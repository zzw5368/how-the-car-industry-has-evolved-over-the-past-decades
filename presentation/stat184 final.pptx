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64" r:id="rId4"/>
    <p:sldId id="278" r:id="rId5"/>
    <p:sldId id="258" r:id="rId6"/>
    <p:sldId id="261" r:id="rId7"/>
    <p:sldId id="266" r:id="rId8"/>
    <p:sldId id="263" r:id="rId9"/>
    <p:sldId id="268" r:id="rId10"/>
  </p:sldIdLst>
  <p:sldSz cx="9144000" cy="5143500" type="screen16x9"/>
  <p:notesSz cx="6858000" cy="9144000"/>
  <p:embeddedFontLst>
    <p:embeddedFont>
      <p:font typeface="Black Han Sans" pitchFamily="2" charset="-127"/>
      <p:regular r:id="rId12"/>
    </p:embeddedFont>
    <p:embeddedFont>
      <p:font typeface="Bebas Neue" panose="020B0606020202050201" pitchFamily="34" charset="77"/>
      <p:regular r:id="rId13"/>
    </p:embeddedFont>
    <p:embeddedFont>
      <p:font typeface="Nunito Light" panose="020F0302020204030204" pitchFamily="34" charset="0"/>
      <p:regular r:id="rId14"/>
      <p: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Open Sans Medium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3EA62-0154-2745-B7E3-29BB378C887B}" v="29" dt="2025-12-12T05:22:10.596"/>
  </p1510:revLst>
</p1510:revInfo>
</file>

<file path=ppt/tableStyles.xml><?xml version="1.0" encoding="utf-8"?>
<a:tblStyleLst xmlns:a="http://schemas.openxmlformats.org/drawingml/2006/main" def="{E7F8B509-C46F-45E8-BC7C-385DFB8F135A}">
  <a:tblStyle styleId="{E7F8B509-C46F-45E8-BC7C-385DFB8F13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F87582B-6C06-4B36-8806-F54BD6B6C2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56"/>
    <p:restoredTop sz="94652"/>
  </p:normalViewPr>
  <p:slideViewPr>
    <p:cSldViewPr snapToGrid="0">
      <p:cViewPr varScale="1">
        <p:scale>
          <a:sx n="110" d="100"/>
          <a:sy n="110" d="100"/>
        </p:scale>
        <p:origin x="192" y="1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Zhan Xin" userId="e0c734b1-bae3-4f5a-9df3-697e20636147" providerId="ADAL" clId="{824D65EF-635E-5614-ABC4-D46DE31B6620}"/>
    <pc:docChg chg="undo custSel delSld modSld sldOrd delMainMaster">
      <pc:chgData name="Wang, Zhan Xin" userId="e0c734b1-bae3-4f5a-9df3-697e20636147" providerId="ADAL" clId="{824D65EF-635E-5614-ABC4-D46DE31B6620}" dt="2025-12-12T05:22:37.322" v="424" actId="14100"/>
      <pc:docMkLst>
        <pc:docMk/>
      </pc:docMkLst>
      <pc:sldChg chg="delSp modSp mod modNotes">
        <pc:chgData name="Wang, Zhan Xin" userId="e0c734b1-bae3-4f5a-9df3-697e20636147" providerId="ADAL" clId="{824D65EF-635E-5614-ABC4-D46DE31B6620}" dt="2025-12-12T05:05:29.066" v="251" actId="207"/>
        <pc:sldMkLst>
          <pc:docMk/>
          <pc:sldMk cId="0" sldId="256"/>
        </pc:sldMkLst>
        <pc:spChg chg="mod">
          <ac:chgData name="Wang, Zhan Xin" userId="e0c734b1-bae3-4f5a-9df3-697e20636147" providerId="ADAL" clId="{824D65EF-635E-5614-ABC4-D46DE31B6620}" dt="2025-12-12T04:53:34.506" v="55" actId="20577"/>
          <ac:spMkLst>
            <pc:docMk/>
            <pc:sldMk cId="0" sldId="256"/>
            <ac:spMk id="668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05:29.066" v="251" actId="207"/>
          <ac:spMkLst>
            <pc:docMk/>
            <pc:sldMk cId="0" sldId="256"/>
            <ac:spMk id="669" creationId="{00000000-0000-0000-0000-000000000000}"/>
          </ac:spMkLst>
        </pc:spChg>
        <pc:grpChg chg="del">
          <ac:chgData name="Wang, Zhan Xin" userId="e0c734b1-bae3-4f5a-9df3-697e20636147" providerId="ADAL" clId="{824D65EF-635E-5614-ABC4-D46DE31B6620}" dt="2025-12-12T04:52:50.072" v="38" actId="478"/>
          <ac:grpSpMkLst>
            <pc:docMk/>
            <pc:sldMk cId="0" sldId="256"/>
            <ac:grpSpMk id="670" creationId="{00000000-0000-0000-0000-000000000000}"/>
          </ac:grpSpMkLst>
        </pc:grpChg>
        <pc:grpChg chg="del">
          <ac:chgData name="Wang, Zhan Xin" userId="e0c734b1-bae3-4f5a-9df3-697e20636147" providerId="ADAL" clId="{824D65EF-635E-5614-ABC4-D46DE31B6620}" dt="2025-12-12T04:52:48.444" v="37" actId="478"/>
          <ac:grpSpMkLst>
            <pc:docMk/>
            <pc:sldMk cId="0" sldId="256"/>
            <ac:grpSpMk id="679" creationId="{00000000-0000-0000-0000-000000000000}"/>
          </ac:grpSpMkLst>
        </pc:grpChg>
      </pc:sldChg>
      <pc:sldChg chg="addSp delSp modSp mod modNotes">
        <pc:chgData name="Wang, Zhan Xin" userId="e0c734b1-bae3-4f5a-9df3-697e20636147" providerId="ADAL" clId="{824D65EF-635E-5614-ABC4-D46DE31B6620}" dt="2025-12-12T05:00:53.008" v="198" actId="20577"/>
        <pc:sldMkLst>
          <pc:docMk/>
          <pc:sldMk cId="0" sldId="257"/>
        </pc:sldMkLst>
        <pc:spChg chg="add del mod">
          <ac:chgData name="Wang, Zhan Xin" userId="e0c734b1-bae3-4f5a-9df3-697e20636147" providerId="ADAL" clId="{824D65EF-635E-5614-ABC4-D46DE31B6620}" dt="2025-12-12T04:53:59.872" v="71" actId="478"/>
          <ac:spMkLst>
            <pc:docMk/>
            <pc:sldMk cId="0" sldId="257"/>
            <ac:spMk id="3" creationId="{E21FD0DE-055D-7489-C7AE-8D2F01DB1169}"/>
          </ac:spMkLst>
        </pc:spChg>
        <pc:spChg chg="mod">
          <ac:chgData name="Wang, Zhan Xin" userId="e0c734b1-bae3-4f5a-9df3-697e20636147" providerId="ADAL" clId="{824D65EF-635E-5614-ABC4-D46DE31B6620}" dt="2025-12-12T04:59:52.285" v="180" actId="207"/>
          <ac:spMkLst>
            <pc:docMk/>
            <pc:sldMk cId="0" sldId="257"/>
            <ac:spMk id="713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4:53:57.648" v="70" actId="478"/>
          <ac:spMkLst>
            <pc:docMk/>
            <pc:sldMk cId="0" sldId="257"/>
            <ac:spMk id="714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4:54:08.058" v="73" actId="478"/>
          <ac:spMkLst>
            <pc:docMk/>
            <pc:sldMk cId="0" sldId="257"/>
            <ac:spMk id="716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00:53.008" v="198" actId="20577"/>
          <ac:spMkLst>
            <pc:docMk/>
            <pc:sldMk cId="0" sldId="257"/>
            <ac:spMk id="717" creationId="{00000000-0000-0000-0000-000000000000}"/>
          </ac:spMkLst>
        </pc:spChg>
        <pc:graphicFrameChg chg="del">
          <ac:chgData name="Wang, Zhan Xin" userId="e0c734b1-bae3-4f5a-9df3-697e20636147" providerId="ADAL" clId="{824D65EF-635E-5614-ABC4-D46DE31B6620}" dt="2025-12-12T04:54:06.002" v="72" actId="478"/>
          <ac:graphicFrameMkLst>
            <pc:docMk/>
            <pc:sldMk cId="0" sldId="257"/>
            <ac:graphicFrameMk id="715" creationId="{00000000-0000-0000-0000-000000000000}"/>
          </ac:graphicFrameMkLst>
        </pc:graphicFrameChg>
      </pc:sldChg>
      <pc:sldChg chg="addSp delSp modSp mod ord modNotes">
        <pc:chgData name="Wang, Zhan Xin" userId="e0c734b1-bae3-4f5a-9df3-697e20636147" providerId="ADAL" clId="{824D65EF-635E-5614-ABC4-D46DE31B6620}" dt="2025-12-12T05:08:25.356" v="275" actId="255"/>
        <pc:sldMkLst>
          <pc:docMk/>
          <pc:sldMk cId="0" sldId="258"/>
        </pc:sldMkLst>
        <pc:spChg chg="add del mod">
          <ac:chgData name="Wang, Zhan Xin" userId="e0c734b1-bae3-4f5a-9df3-697e20636147" providerId="ADAL" clId="{824D65EF-635E-5614-ABC4-D46DE31B6620}" dt="2025-12-12T05:06:40.879" v="256" actId="931"/>
          <ac:spMkLst>
            <pc:docMk/>
            <pc:sldMk cId="0" sldId="258"/>
            <ac:spMk id="3" creationId="{D5DD4FF8-B8F7-2865-E544-C7C4BC187174}"/>
          </ac:spMkLst>
        </pc:spChg>
        <pc:spChg chg="add del mod">
          <ac:chgData name="Wang, Zhan Xin" userId="e0c734b1-bae3-4f5a-9df3-697e20636147" providerId="ADAL" clId="{824D65EF-635E-5614-ABC4-D46DE31B6620}" dt="2025-12-12T05:07:06.403" v="261" actId="478"/>
          <ac:spMkLst>
            <pc:docMk/>
            <pc:sldMk cId="0" sldId="258"/>
            <ac:spMk id="7" creationId="{DBB5D279-03D4-812B-92E2-CC823E984900}"/>
          </ac:spMkLst>
        </pc:spChg>
        <pc:spChg chg="mod">
          <ac:chgData name="Wang, Zhan Xin" userId="e0c734b1-bae3-4f5a-9df3-697e20636147" providerId="ADAL" clId="{824D65EF-635E-5614-ABC4-D46DE31B6620}" dt="2025-12-12T05:07:59.819" v="271"/>
          <ac:spMkLst>
            <pc:docMk/>
            <pc:sldMk cId="0" sldId="258"/>
            <ac:spMk id="722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08:25.356" v="275" actId="255"/>
          <ac:spMkLst>
            <pc:docMk/>
            <pc:sldMk cId="0" sldId="258"/>
            <ac:spMk id="723" creationId="{00000000-0000-0000-0000-000000000000}"/>
          </ac:spMkLst>
        </pc:spChg>
        <pc:picChg chg="add del mod">
          <ac:chgData name="Wang, Zhan Xin" userId="e0c734b1-bae3-4f5a-9df3-697e20636147" providerId="ADAL" clId="{824D65EF-635E-5614-ABC4-D46DE31B6620}" dt="2025-12-12T05:07:04.442" v="260" actId="478"/>
          <ac:picMkLst>
            <pc:docMk/>
            <pc:sldMk cId="0" sldId="258"/>
            <ac:picMk id="5" creationId="{5A403682-CF0B-DB8A-8244-2844FAC02D89}"/>
          </ac:picMkLst>
        </pc:picChg>
        <pc:picChg chg="add mod">
          <ac:chgData name="Wang, Zhan Xin" userId="e0c734b1-bae3-4f5a-9df3-697e20636147" providerId="ADAL" clId="{824D65EF-635E-5614-ABC4-D46DE31B6620}" dt="2025-12-12T05:07:31.199" v="268" actId="1076"/>
          <ac:picMkLst>
            <pc:docMk/>
            <pc:sldMk cId="0" sldId="258"/>
            <ac:picMk id="9" creationId="{B1822698-3DD0-16B2-158B-255234CE98A0}"/>
          </ac:picMkLst>
        </pc:picChg>
        <pc:picChg chg="del">
          <ac:chgData name="Wang, Zhan Xin" userId="e0c734b1-bae3-4f5a-9df3-697e20636147" providerId="ADAL" clId="{824D65EF-635E-5614-ABC4-D46DE31B6620}" dt="2025-12-12T05:06:23.380" v="255" actId="478"/>
          <ac:picMkLst>
            <pc:docMk/>
            <pc:sldMk cId="0" sldId="258"/>
            <ac:picMk id="724" creationId="{00000000-0000-0000-0000-000000000000}"/>
          </ac:picMkLst>
        </pc:picChg>
      </pc:sldChg>
      <pc:sldChg chg="del modNotes">
        <pc:chgData name="Wang, Zhan Xin" userId="e0c734b1-bae3-4f5a-9df3-697e20636147" providerId="ADAL" clId="{824D65EF-635E-5614-ABC4-D46DE31B6620}" dt="2025-12-12T04:51:36.414" v="28" actId="2696"/>
        <pc:sldMkLst>
          <pc:docMk/>
          <pc:sldMk cId="0" sldId="259"/>
        </pc:sldMkLst>
      </pc:sldChg>
      <pc:sldChg chg="del modNotes">
        <pc:chgData name="Wang, Zhan Xin" userId="e0c734b1-bae3-4f5a-9df3-697e20636147" providerId="ADAL" clId="{824D65EF-635E-5614-ABC4-D46DE31B6620}" dt="2025-12-12T04:51:37.863" v="29" actId="2696"/>
        <pc:sldMkLst>
          <pc:docMk/>
          <pc:sldMk cId="0" sldId="260"/>
        </pc:sldMkLst>
      </pc:sldChg>
      <pc:sldChg chg="addSp delSp modSp mod ord modNotes">
        <pc:chgData name="Wang, Zhan Xin" userId="e0c734b1-bae3-4f5a-9df3-697e20636147" providerId="ADAL" clId="{824D65EF-635E-5614-ABC4-D46DE31B6620}" dt="2025-12-12T05:15:00.536" v="334" actId="1076"/>
        <pc:sldMkLst>
          <pc:docMk/>
          <pc:sldMk cId="0" sldId="261"/>
        </pc:sldMkLst>
        <pc:spChg chg="add del mod">
          <ac:chgData name="Wang, Zhan Xin" userId="e0c734b1-bae3-4f5a-9df3-697e20636147" providerId="ADAL" clId="{824D65EF-635E-5614-ABC4-D46DE31B6620}" dt="2025-12-12T05:09:14.806" v="280"/>
          <ac:spMkLst>
            <pc:docMk/>
            <pc:sldMk cId="0" sldId="261"/>
            <ac:spMk id="2" creationId="{F0094FB3-56CA-DD6E-2831-446BEBA82CFC}"/>
          </ac:spMkLst>
        </pc:spChg>
        <pc:spChg chg="add del mod">
          <ac:chgData name="Wang, Zhan Xin" userId="e0c734b1-bae3-4f5a-9df3-697e20636147" providerId="ADAL" clId="{824D65EF-635E-5614-ABC4-D46DE31B6620}" dt="2025-12-12T05:09:24.572" v="283" actId="478"/>
          <ac:spMkLst>
            <pc:docMk/>
            <pc:sldMk cId="0" sldId="261"/>
            <ac:spMk id="4" creationId="{DC6251A7-1F0D-2171-9D15-1CCFD5427D10}"/>
          </ac:spMkLst>
        </pc:spChg>
        <pc:spChg chg="add del mod">
          <ac:chgData name="Wang, Zhan Xin" userId="e0c734b1-bae3-4f5a-9df3-697e20636147" providerId="ADAL" clId="{824D65EF-635E-5614-ABC4-D46DE31B6620}" dt="2025-12-12T05:09:55.284" v="291" actId="478"/>
          <ac:spMkLst>
            <pc:docMk/>
            <pc:sldMk cId="0" sldId="261"/>
            <ac:spMk id="6" creationId="{5C41CC4C-ACCC-1FED-D86C-11B8A5D00DEA}"/>
          </ac:spMkLst>
        </pc:spChg>
        <pc:spChg chg="add del mod">
          <ac:chgData name="Wang, Zhan Xin" userId="e0c734b1-bae3-4f5a-9df3-697e20636147" providerId="ADAL" clId="{824D65EF-635E-5614-ABC4-D46DE31B6620}" dt="2025-12-12T05:10:00.272" v="293" actId="478"/>
          <ac:spMkLst>
            <pc:docMk/>
            <pc:sldMk cId="0" sldId="261"/>
            <ac:spMk id="8" creationId="{BCD3CC8E-9907-605A-1E19-630C2FBBEB0E}"/>
          </ac:spMkLst>
        </pc:spChg>
        <pc:spChg chg="add del mod">
          <ac:chgData name="Wang, Zhan Xin" userId="e0c734b1-bae3-4f5a-9df3-697e20636147" providerId="ADAL" clId="{824D65EF-635E-5614-ABC4-D46DE31B6620}" dt="2025-12-12T05:10:17.184" v="297" actId="478"/>
          <ac:spMkLst>
            <pc:docMk/>
            <pc:sldMk cId="0" sldId="261"/>
            <ac:spMk id="10" creationId="{12BAFB4A-8891-6A68-C06F-5CBA4D12D214}"/>
          </ac:spMkLst>
        </pc:spChg>
        <pc:spChg chg="add mod">
          <ac:chgData name="Wang, Zhan Xin" userId="e0c734b1-bae3-4f5a-9df3-697e20636147" providerId="ADAL" clId="{824D65EF-635E-5614-ABC4-D46DE31B6620}" dt="2025-12-12T05:13:01.228" v="329" actId="255"/>
          <ac:spMkLst>
            <pc:docMk/>
            <pc:sldMk cId="0" sldId="261"/>
            <ac:spMk id="13" creationId="{2DAF6662-A0E7-6962-978F-405150E0FA61}"/>
          </ac:spMkLst>
        </pc:spChg>
        <pc:spChg chg="del">
          <ac:chgData name="Wang, Zhan Xin" userId="e0c734b1-bae3-4f5a-9df3-697e20636147" providerId="ADAL" clId="{824D65EF-635E-5614-ABC4-D46DE31B6620}" dt="2025-12-12T05:10:07.715" v="296" actId="478"/>
          <ac:spMkLst>
            <pc:docMk/>
            <pc:sldMk cId="0" sldId="261"/>
            <ac:spMk id="803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0:48.091" v="303" actId="1076"/>
          <ac:spMkLst>
            <pc:docMk/>
            <pc:sldMk cId="0" sldId="261"/>
            <ac:spMk id="804" creationId="{00000000-0000-0000-0000-000000000000}"/>
          </ac:spMkLst>
        </pc:spChg>
        <pc:spChg chg="del mod">
          <ac:chgData name="Wang, Zhan Xin" userId="e0c734b1-bae3-4f5a-9df3-697e20636147" providerId="ADAL" clId="{824D65EF-635E-5614-ABC4-D46DE31B6620}" dt="2025-12-12T05:09:22.966" v="282" actId="478"/>
          <ac:spMkLst>
            <pc:docMk/>
            <pc:sldMk cId="0" sldId="261"/>
            <ac:spMk id="805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9:52.290" v="290" actId="478"/>
          <ac:spMkLst>
            <pc:docMk/>
            <pc:sldMk cId="0" sldId="261"/>
            <ac:spMk id="806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9:58.660" v="292" actId="478"/>
          <ac:spMkLst>
            <pc:docMk/>
            <pc:sldMk cId="0" sldId="261"/>
            <ac:spMk id="807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0:05.236" v="295" actId="478"/>
          <ac:spMkLst>
            <pc:docMk/>
            <pc:sldMk cId="0" sldId="261"/>
            <ac:spMk id="808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2:02.484" v="315" actId="1076"/>
          <ac:spMkLst>
            <pc:docMk/>
            <pc:sldMk cId="0" sldId="261"/>
            <ac:spMk id="809" creationId="{00000000-0000-0000-0000-000000000000}"/>
          </ac:spMkLst>
        </pc:spChg>
        <pc:grpChg chg="mod">
          <ac:chgData name="Wang, Zhan Xin" userId="e0c734b1-bae3-4f5a-9df3-697e20636147" providerId="ADAL" clId="{824D65EF-635E-5614-ABC4-D46DE31B6620}" dt="2025-12-12T05:15:00.536" v="334" actId="1076"/>
          <ac:grpSpMkLst>
            <pc:docMk/>
            <pc:sldMk cId="0" sldId="261"/>
            <ac:grpSpMk id="810" creationId="{00000000-0000-0000-0000-000000000000}"/>
          </ac:grpSpMkLst>
        </pc:grpChg>
        <pc:grpChg chg="del mod">
          <ac:chgData name="Wang, Zhan Xin" userId="e0c734b1-bae3-4f5a-9df3-697e20636147" providerId="ADAL" clId="{824D65EF-635E-5614-ABC4-D46DE31B6620}" dt="2025-12-12T05:09:35.219" v="286" actId="478"/>
          <ac:grpSpMkLst>
            <pc:docMk/>
            <pc:sldMk cId="0" sldId="261"/>
            <ac:grpSpMk id="840" creationId="{00000000-0000-0000-0000-000000000000}"/>
          </ac:grpSpMkLst>
        </pc:grpChg>
        <pc:picChg chg="add mod">
          <ac:chgData name="Wang, Zhan Xin" userId="e0c734b1-bae3-4f5a-9df3-697e20636147" providerId="ADAL" clId="{824D65EF-635E-5614-ABC4-D46DE31B6620}" dt="2025-12-12T05:12:08.841" v="317" actId="1076"/>
          <ac:picMkLst>
            <pc:docMk/>
            <pc:sldMk cId="0" sldId="261"/>
            <ac:picMk id="12" creationId="{019AA8D9-622C-B54C-0A2A-7EBF9AEA1402}"/>
          </ac:picMkLst>
        </pc:picChg>
      </pc:sldChg>
      <pc:sldChg chg="del modNotes">
        <pc:chgData name="Wang, Zhan Xin" userId="e0c734b1-bae3-4f5a-9df3-697e20636147" providerId="ADAL" clId="{824D65EF-635E-5614-ABC4-D46DE31B6620}" dt="2025-12-12T04:51:40.732" v="30" actId="2696"/>
        <pc:sldMkLst>
          <pc:docMk/>
          <pc:sldMk cId="0" sldId="262"/>
        </pc:sldMkLst>
      </pc:sldChg>
      <pc:sldChg chg="addSp delSp modSp mod modNotes">
        <pc:chgData name="Wang, Zhan Xin" userId="e0c734b1-bae3-4f5a-9df3-697e20636147" providerId="ADAL" clId="{824D65EF-635E-5614-ABC4-D46DE31B6620}" dt="2025-12-12T05:20:36.233" v="404"/>
        <pc:sldMkLst>
          <pc:docMk/>
          <pc:sldMk cId="0" sldId="263"/>
        </pc:sldMkLst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4" creationId="{DBDCB54F-55C1-A41B-1030-39BB3C79A242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8" creationId="{1CA66F8F-B08C-C734-582E-FEDFB3E297D8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11" creationId="{FB2BDFE0-606F-0FAF-009D-0E478AB6985D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16" creationId="{6B1258D5-9C96-D0A4-88D6-E13647F4AD25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17" creationId="{ED88360D-E1AA-76B8-D867-AF857B7C8B51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18" creationId="{1AE59E98-13E7-3C12-6DB0-71A790F11E17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19" creationId="{9690EB62-A8C9-D234-4560-7B441BF19EAB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21" creationId="{C95E82FA-B9E8-92E0-45DF-89CD6A451E8E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22" creationId="{B8664183-5B68-1363-C7A8-88EFE2933B06}"/>
          </ac:spMkLst>
        </pc:spChg>
        <pc:spChg chg="mod">
          <ac:chgData name="Wang, Zhan Xin" userId="e0c734b1-bae3-4f5a-9df3-697e20636147" providerId="ADAL" clId="{824D65EF-635E-5614-ABC4-D46DE31B6620}" dt="2025-12-12T05:16:48.491" v="358"/>
          <ac:spMkLst>
            <pc:docMk/>
            <pc:sldMk cId="0" sldId="263"/>
            <ac:spMk id="24" creationId="{4BD5B604-383A-60EE-A55C-C536CCD59910}"/>
          </ac:spMkLst>
        </pc:spChg>
        <pc:spChg chg="add del mod">
          <ac:chgData name="Wang, Zhan Xin" userId="e0c734b1-bae3-4f5a-9df3-697e20636147" providerId="ADAL" clId="{824D65EF-635E-5614-ABC4-D46DE31B6620}" dt="2025-12-12T05:18:25.666" v="378" actId="478"/>
          <ac:spMkLst>
            <pc:docMk/>
            <pc:sldMk cId="0" sldId="263"/>
            <ac:spMk id="28" creationId="{961792D3-4578-9D3F-3775-AD3563998227}"/>
          </ac:spMkLst>
        </pc:spChg>
        <pc:spChg chg="add del mod">
          <ac:chgData name="Wang, Zhan Xin" userId="e0c734b1-bae3-4f5a-9df3-697e20636147" providerId="ADAL" clId="{824D65EF-635E-5614-ABC4-D46DE31B6620}" dt="2025-12-12T05:18:50.910" v="382" actId="478"/>
          <ac:spMkLst>
            <pc:docMk/>
            <pc:sldMk cId="0" sldId="263"/>
            <ac:spMk id="30" creationId="{85AA7FDD-CE5A-6893-DC58-D518B5B34DEF}"/>
          </ac:spMkLst>
        </pc:spChg>
        <pc:spChg chg="add del mod">
          <ac:chgData name="Wang, Zhan Xin" userId="e0c734b1-bae3-4f5a-9df3-697e20636147" providerId="ADAL" clId="{824D65EF-635E-5614-ABC4-D46DE31B6620}" dt="2025-12-12T05:19:29.134" v="392" actId="478"/>
          <ac:spMkLst>
            <pc:docMk/>
            <pc:sldMk cId="0" sldId="263"/>
            <ac:spMk id="32" creationId="{E17F4D11-E716-1CB1-2D26-9F7FC994504E}"/>
          </ac:spMkLst>
        </pc:spChg>
        <pc:spChg chg="add del mod">
          <ac:chgData name="Wang, Zhan Xin" userId="e0c734b1-bae3-4f5a-9df3-697e20636147" providerId="ADAL" clId="{824D65EF-635E-5614-ABC4-D46DE31B6620}" dt="2025-12-12T05:19:42.751" v="395" actId="478"/>
          <ac:spMkLst>
            <pc:docMk/>
            <pc:sldMk cId="0" sldId="263"/>
            <ac:spMk id="34" creationId="{8945F81A-7AD7-F088-67AC-003AD2C378DA}"/>
          </ac:spMkLst>
        </pc:spChg>
        <pc:spChg chg="add del mod">
          <ac:chgData name="Wang, Zhan Xin" userId="e0c734b1-bae3-4f5a-9df3-697e20636147" providerId="ADAL" clId="{824D65EF-635E-5614-ABC4-D46DE31B6620}" dt="2025-12-12T05:20:36.233" v="404"/>
          <ac:spMkLst>
            <pc:docMk/>
            <pc:sldMk cId="0" sldId="263"/>
            <ac:spMk id="35" creationId="{2678EF11-6C9C-8EC8-5E3B-212581FD7AF5}"/>
          </ac:spMkLst>
        </pc:spChg>
        <pc:spChg chg="mod">
          <ac:chgData name="Wang, Zhan Xin" userId="e0c734b1-bae3-4f5a-9df3-697e20636147" providerId="ADAL" clId="{824D65EF-635E-5614-ABC4-D46DE31B6620}" dt="2025-12-12T05:19:31.536" v="393" actId="14100"/>
          <ac:spMkLst>
            <pc:docMk/>
            <pc:sldMk cId="0" sldId="263"/>
            <ac:spMk id="958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8:02.898" v="374"/>
          <ac:spMkLst>
            <pc:docMk/>
            <pc:sldMk cId="0" sldId="263"/>
            <ac:spMk id="959" creationId="{00000000-0000-0000-0000-000000000000}"/>
          </ac:spMkLst>
        </pc:spChg>
        <pc:spChg chg="del mod">
          <ac:chgData name="Wang, Zhan Xin" userId="e0c734b1-bae3-4f5a-9df3-697e20636147" providerId="ADAL" clId="{824D65EF-635E-5614-ABC4-D46DE31B6620}" dt="2025-12-12T05:18:22.061" v="377" actId="478"/>
          <ac:spMkLst>
            <pc:docMk/>
            <pc:sldMk cId="0" sldId="263"/>
            <ac:spMk id="960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8:47.920" v="381" actId="478"/>
          <ac:spMkLst>
            <pc:docMk/>
            <pc:sldMk cId="0" sldId="263"/>
            <ac:spMk id="961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9:18.673" v="388" actId="478"/>
          <ac:spMkLst>
            <pc:docMk/>
            <pc:sldMk cId="0" sldId="263"/>
            <ac:spMk id="962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9:40.450" v="394" actId="478"/>
          <ac:spMkLst>
            <pc:docMk/>
            <pc:sldMk cId="0" sldId="263"/>
            <ac:spMk id="963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8:31.193" v="380" actId="14100"/>
          <ac:spMkLst>
            <pc:docMk/>
            <pc:sldMk cId="0" sldId="263"/>
            <ac:spMk id="964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8:56.997" v="384" actId="14100"/>
          <ac:spMkLst>
            <pc:docMk/>
            <pc:sldMk cId="0" sldId="263"/>
            <ac:spMk id="965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20:14.883" v="402" actId="14100"/>
          <ac:spMkLst>
            <pc:docMk/>
            <pc:sldMk cId="0" sldId="263"/>
            <ac:spMk id="966" creationId="{00000000-0000-0000-0000-000000000000}"/>
          </ac:spMkLst>
        </pc:spChg>
        <pc:grpChg chg="mod">
          <ac:chgData name="Wang, Zhan Xin" userId="e0c734b1-bae3-4f5a-9df3-697e20636147" providerId="ADAL" clId="{824D65EF-635E-5614-ABC4-D46DE31B6620}" dt="2025-12-12T05:19:03.207" v="386" actId="1076"/>
          <ac:grpSpMkLst>
            <pc:docMk/>
            <pc:sldMk cId="0" sldId="263"/>
            <ac:grpSpMk id="2" creationId="{B44CD912-085A-5F4B-641E-BBFD17C1C352}"/>
          </ac:grpSpMkLst>
        </pc:grpChg>
        <pc:grpChg chg="del">
          <ac:chgData name="Wang, Zhan Xin" userId="e0c734b1-bae3-4f5a-9df3-697e20636147" providerId="ADAL" clId="{824D65EF-635E-5614-ABC4-D46DE31B6620}" dt="2025-12-12T05:18:58.754" v="385" actId="478"/>
          <ac:grpSpMkLst>
            <pc:docMk/>
            <pc:sldMk cId="0" sldId="263"/>
            <ac:grpSpMk id="993" creationId="{00000000-0000-0000-0000-000000000000}"/>
          </ac:grpSpMkLst>
        </pc:grpChg>
      </pc:sldChg>
      <pc:sldChg chg="addSp delSp modSp mod ord modNotes">
        <pc:chgData name="Wang, Zhan Xin" userId="e0c734b1-bae3-4f5a-9df3-697e20636147" providerId="ADAL" clId="{824D65EF-635E-5614-ABC4-D46DE31B6620}" dt="2025-12-12T05:03:27.812" v="234" actId="14100"/>
        <pc:sldMkLst>
          <pc:docMk/>
          <pc:sldMk cId="0" sldId="264"/>
        </pc:sldMkLst>
        <pc:spChg chg="add del mod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3" creationId="{C1BA7CF5-958F-207D-9DD3-77620190A4F3}"/>
          </ac:spMkLst>
        </pc:spChg>
        <pc:spChg chg="add del mod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5" creationId="{E568B24E-FC7C-E57B-600B-B30928465630}"/>
          </ac:spMkLst>
        </pc:spChg>
        <pc:spChg chg="add del mod">
          <ac:chgData name="Wang, Zhan Xin" userId="e0c734b1-bae3-4f5a-9df3-697e20636147" providerId="ADAL" clId="{824D65EF-635E-5614-ABC4-D46DE31B6620}" dt="2025-12-12T05:02:03.451" v="211" actId="478"/>
          <ac:spMkLst>
            <pc:docMk/>
            <pc:sldMk cId="0" sldId="264"/>
            <ac:spMk id="7" creationId="{AC659C5E-3C05-C3A1-5E92-5CBFC741FC18}"/>
          </ac:spMkLst>
        </pc:spChg>
        <pc:spChg chg="add del mod">
          <ac:chgData name="Wang, Zhan Xin" userId="e0c734b1-bae3-4f5a-9df3-697e20636147" providerId="ADAL" clId="{824D65EF-635E-5614-ABC4-D46DE31B6620}" dt="2025-12-12T05:02:01.440" v="210" actId="478"/>
          <ac:spMkLst>
            <pc:docMk/>
            <pc:sldMk cId="0" sldId="264"/>
            <ac:spMk id="9" creationId="{3DF538DA-6114-C651-F719-B0BBA0D3647B}"/>
          </ac:spMkLst>
        </pc:spChg>
        <pc:spChg chg="del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13" creationId="{4DDDA7D1-A65E-BA99-A845-50EA2F25BC47}"/>
          </ac:spMkLst>
        </pc:spChg>
        <pc:spChg chg="del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15" creationId="{FABBC037-1459-C0F6-CF1E-446B84D43C14}"/>
          </ac:spMkLst>
        </pc:spChg>
        <pc:spChg chg="del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17" creationId="{6EC79F96-E3FE-935A-308A-459F8FE34765}"/>
          </ac:spMkLst>
        </pc:spChg>
        <pc:spChg chg="mod">
          <ac:chgData name="Wang, Zhan Xin" userId="e0c734b1-bae3-4f5a-9df3-697e20636147" providerId="ADAL" clId="{824D65EF-635E-5614-ABC4-D46DE31B6620}" dt="2025-12-12T05:03:27.812" v="234" actId="14100"/>
          <ac:spMkLst>
            <pc:docMk/>
            <pc:sldMk cId="0" sldId="264"/>
            <ac:spMk id="19" creationId="{1D9761D5-B254-71CE-D591-637854ECEBC5}"/>
          </ac:spMkLst>
        </pc:spChg>
        <pc:spChg chg="add del mod">
          <ac:chgData name="Wang, Zhan Xin" userId="e0c734b1-bae3-4f5a-9df3-697e20636147" providerId="ADAL" clId="{824D65EF-635E-5614-ABC4-D46DE31B6620}" dt="2025-12-12T05:01:51.936" v="206" actId="478"/>
          <ac:spMkLst>
            <pc:docMk/>
            <pc:sldMk cId="0" sldId="264"/>
            <ac:spMk id="21" creationId="{1EE62789-0257-E85B-3E21-B425026B15E7}"/>
          </ac:spMkLst>
        </pc:spChg>
        <pc:spChg chg="add del mod">
          <ac:chgData name="Wang, Zhan Xin" userId="e0c734b1-bae3-4f5a-9df3-697e20636147" providerId="ADAL" clId="{824D65EF-635E-5614-ABC4-D46DE31B6620}" dt="2025-12-12T05:01:46.872" v="205" actId="478"/>
          <ac:spMkLst>
            <pc:docMk/>
            <pc:sldMk cId="0" sldId="264"/>
            <ac:spMk id="23" creationId="{85B2C488-D816-E091-4D22-4D8F0029F0EF}"/>
          </ac:spMkLst>
        </pc:spChg>
        <pc:spChg chg="add del mod">
          <ac:chgData name="Wang, Zhan Xin" userId="e0c734b1-bae3-4f5a-9df3-697e20636147" providerId="ADAL" clId="{824D65EF-635E-5614-ABC4-D46DE31B6620}" dt="2025-12-12T05:01:59.557" v="209" actId="478"/>
          <ac:spMkLst>
            <pc:docMk/>
            <pc:sldMk cId="0" sldId="264"/>
            <ac:spMk id="25" creationId="{9C11D394-5A16-45FF-4E4E-D1B330823429}"/>
          </ac:spMkLst>
        </pc:spChg>
        <pc:spChg chg="mod">
          <ac:chgData name="Wang, Zhan Xin" userId="e0c734b1-bae3-4f5a-9df3-697e20636147" providerId="ADAL" clId="{824D65EF-635E-5614-ABC4-D46DE31B6620}" dt="2025-12-12T05:02:22.720" v="216" actId="14100"/>
          <ac:spMkLst>
            <pc:docMk/>
            <pc:sldMk cId="0" sldId="264"/>
            <ac:spMk id="1073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37.102" v="203" actId="478"/>
          <ac:spMkLst>
            <pc:docMk/>
            <pc:sldMk cId="0" sldId="264"/>
            <ac:spMk id="1078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37.102" v="203" actId="478"/>
          <ac:spMkLst>
            <pc:docMk/>
            <pc:sldMk cId="0" sldId="264"/>
            <ac:spMk id="1079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1080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1081" creationId="{00000000-0000-0000-0000-000000000000}"/>
          </ac:spMkLst>
        </pc:spChg>
        <pc:spChg chg="del mod">
          <ac:chgData name="Wang, Zhan Xin" userId="e0c734b1-bae3-4f5a-9df3-697e20636147" providerId="ADAL" clId="{824D65EF-635E-5614-ABC4-D46DE31B6620}" dt="2025-12-12T05:01:56.002" v="208" actId="478"/>
          <ac:spMkLst>
            <pc:docMk/>
            <pc:sldMk cId="0" sldId="264"/>
            <ac:spMk id="1082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37.102" v="203" actId="478"/>
          <ac:spMkLst>
            <pc:docMk/>
            <pc:sldMk cId="0" sldId="264"/>
            <ac:spMk id="1083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43.461" v="204" actId="478"/>
          <ac:spMkLst>
            <pc:docMk/>
            <pc:sldMk cId="0" sldId="264"/>
            <ac:spMk id="1085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37.102" v="203" actId="478"/>
          <ac:spMkLst>
            <pc:docMk/>
            <pc:sldMk cId="0" sldId="264"/>
            <ac:spMk id="1089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37.102" v="203" actId="478"/>
          <ac:spMkLst>
            <pc:docMk/>
            <pc:sldMk cId="0" sldId="264"/>
            <ac:spMk id="1090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01:37.102" v="203" actId="478"/>
          <ac:spMkLst>
            <pc:docMk/>
            <pc:sldMk cId="0" sldId="264"/>
            <ac:spMk id="1091" creationId="{00000000-0000-0000-0000-000000000000}"/>
          </ac:spMkLst>
        </pc:spChg>
      </pc:sldChg>
      <pc:sldChg chg="del modNotes">
        <pc:chgData name="Wang, Zhan Xin" userId="e0c734b1-bae3-4f5a-9df3-697e20636147" providerId="ADAL" clId="{824D65EF-635E-5614-ABC4-D46DE31B6620}" dt="2025-12-12T04:51:46.136" v="31" actId="2696"/>
        <pc:sldMkLst>
          <pc:docMk/>
          <pc:sldMk cId="0" sldId="265"/>
        </pc:sldMkLst>
      </pc:sldChg>
      <pc:sldChg chg="addSp delSp modSp mod ord modNotes">
        <pc:chgData name="Wang, Zhan Xin" userId="e0c734b1-bae3-4f5a-9df3-697e20636147" providerId="ADAL" clId="{824D65EF-635E-5614-ABC4-D46DE31B6620}" dt="2025-12-12T05:17:50.213" v="373" actId="14100"/>
        <pc:sldMkLst>
          <pc:docMk/>
          <pc:sldMk cId="0" sldId="266"/>
        </pc:sldMkLst>
        <pc:spChg chg="del">
          <ac:chgData name="Wang, Zhan Xin" userId="e0c734b1-bae3-4f5a-9df3-697e20636147" providerId="ADAL" clId="{824D65EF-635E-5614-ABC4-D46DE31B6620}" dt="2025-12-12T05:16:37.991" v="355" actId="478"/>
          <ac:spMkLst>
            <pc:docMk/>
            <pc:sldMk cId="0" sldId="266"/>
            <ac:spMk id="1237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7:50.213" v="373" actId="14100"/>
          <ac:spMkLst>
            <pc:docMk/>
            <pc:sldMk cId="0" sldId="266"/>
            <ac:spMk id="1238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5:47.753" v="340" actId="478"/>
          <ac:spMkLst>
            <pc:docMk/>
            <pc:sldMk cId="0" sldId="266"/>
            <ac:spMk id="1239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5:12.171" v="336" actId="478"/>
          <ac:spMkLst>
            <pc:docMk/>
            <pc:sldMk cId="0" sldId="266"/>
            <ac:spMk id="1240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6:40.289" v="356" actId="478"/>
          <ac:spMkLst>
            <pc:docMk/>
            <pc:sldMk cId="0" sldId="266"/>
            <ac:spMk id="1241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5:40.991" v="338" actId="478"/>
          <ac:spMkLst>
            <pc:docMk/>
            <pc:sldMk cId="0" sldId="266"/>
            <ac:spMk id="1242" creationId="{00000000-0000-0000-0000-000000000000}"/>
          </ac:spMkLst>
        </pc:spChg>
        <pc:spChg chg="del mod">
          <ac:chgData name="Wang, Zhan Xin" userId="e0c734b1-bae3-4f5a-9df3-697e20636147" providerId="ADAL" clId="{824D65EF-635E-5614-ABC4-D46DE31B6620}" dt="2025-12-12T05:15:55.334" v="342" actId="478"/>
          <ac:spMkLst>
            <pc:docMk/>
            <pc:sldMk cId="0" sldId="266"/>
            <ac:spMk id="1243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5:26.981" v="337" actId="478"/>
          <ac:spMkLst>
            <pc:docMk/>
            <pc:sldMk cId="0" sldId="266"/>
            <ac:spMk id="1244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16:08.733" v="347" actId="14100"/>
          <ac:spMkLst>
            <pc:docMk/>
            <pc:sldMk cId="0" sldId="266"/>
            <ac:spMk id="1245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15:59.502" v="343" actId="478"/>
          <ac:spMkLst>
            <pc:docMk/>
            <pc:sldMk cId="0" sldId="266"/>
            <ac:spMk id="1247" creationId="{00000000-0000-0000-0000-000000000000}"/>
          </ac:spMkLst>
        </pc:spChg>
        <pc:grpChg chg="del">
          <ac:chgData name="Wang, Zhan Xin" userId="e0c734b1-bae3-4f5a-9df3-697e20636147" providerId="ADAL" clId="{824D65EF-635E-5614-ABC4-D46DE31B6620}" dt="2025-12-12T05:16:02.462" v="344" actId="478"/>
          <ac:grpSpMkLst>
            <pc:docMk/>
            <pc:sldMk cId="0" sldId="266"/>
            <ac:grpSpMk id="1248" creationId="{00000000-0000-0000-0000-000000000000}"/>
          </ac:grpSpMkLst>
        </pc:grpChg>
        <pc:grpChg chg="del">
          <ac:chgData name="Wang, Zhan Xin" userId="e0c734b1-bae3-4f5a-9df3-697e20636147" providerId="ADAL" clId="{824D65EF-635E-5614-ABC4-D46DE31B6620}" dt="2025-12-12T05:15:52.101" v="341" actId="478"/>
          <ac:grpSpMkLst>
            <pc:docMk/>
            <pc:sldMk cId="0" sldId="266"/>
            <ac:grpSpMk id="1273" creationId="{00000000-0000-0000-0000-000000000000}"/>
          </ac:grpSpMkLst>
        </pc:grpChg>
        <pc:grpChg chg="del">
          <ac:chgData name="Wang, Zhan Xin" userId="e0c734b1-bae3-4f5a-9df3-697e20636147" providerId="ADAL" clId="{824D65EF-635E-5614-ABC4-D46DE31B6620}" dt="2025-12-12T05:16:42.816" v="357" actId="478"/>
          <ac:grpSpMkLst>
            <pc:docMk/>
            <pc:sldMk cId="0" sldId="266"/>
            <ac:grpSpMk id="1297" creationId="{00000000-0000-0000-0000-000000000000}"/>
          </ac:grpSpMkLst>
        </pc:grpChg>
        <pc:picChg chg="add mod">
          <ac:chgData name="Wang, Zhan Xin" userId="e0c734b1-bae3-4f5a-9df3-697e20636147" providerId="ADAL" clId="{824D65EF-635E-5614-ABC4-D46DE31B6620}" dt="2025-12-12T05:16:30.305" v="354" actId="1076"/>
          <ac:picMkLst>
            <pc:docMk/>
            <pc:sldMk cId="0" sldId="266"/>
            <ac:picMk id="3" creationId="{5C9DC273-6687-68F4-A7C4-2200CE447100}"/>
          </ac:picMkLst>
        </pc:picChg>
        <pc:picChg chg="del">
          <ac:chgData name="Wang, Zhan Xin" userId="e0c734b1-bae3-4f5a-9df3-697e20636147" providerId="ADAL" clId="{824D65EF-635E-5614-ABC4-D46DE31B6620}" dt="2025-12-12T05:15:09.579" v="335" actId="478"/>
          <ac:picMkLst>
            <pc:docMk/>
            <pc:sldMk cId="0" sldId="266"/>
            <ac:picMk id="1246" creationId="{00000000-0000-0000-0000-000000000000}"/>
          </ac:picMkLst>
        </pc:picChg>
      </pc:sldChg>
      <pc:sldChg chg="del modNotes">
        <pc:chgData name="Wang, Zhan Xin" userId="e0c734b1-bae3-4f5a-9df3-697e20636147" providerId="ADAL" clId="{824D65EF-635E-5614-ABC4-D46DE31B6620}" dt="2025-12-12T04:51:48.358" v="32" actId="2696"/>
        <pc:sldMkLst>
          <pc:docMk/>
          <pc:sldMk cId="0" sldId="267"/>
        </pc:sldMkLst>
      </pc:sldChg>
      <pc:sldChg chg="addSp delSp modSp mod modNotes">
        <pc:chgData name="Wang, Zhan Xin" userId="e0c734b1-bae3-4f5a-9df3-697e20636147" providerId="ADAL" clId="{824D65EF-635E-5614-ABC4-D46DE31B6620}" dt="2025-12-12T05:22:37.322" v="424" actId="14100"/>
        <pc:sldMkLst>
          <pc:docMk/>
          <pc:sldMk cId="0" sldId="268"/>
        </pc:sldMkLst>
        <pc:spChg chg="add del mod">
          <ac:chgData name="Wang, Zhan Xin" userId="e0c734b1-bae3-4f5a-9df3-697e20636147" providerId="ADAL" clId="{824D65EF-635E-5614-ABC4-D46DE31B6620}" dt="2025-12-12T05:22:20.654" v="421"/>
          <ac:spMkLst>
            <pc:docMk/>
            <pc:sldMk cId="0" sldId="268"/>
            <ac:spMk id="2" creationId="{990DB412-DB01-ABE3-83D4-7B4575EB7D26}"/>
          </ac:spMkLst>
        </pc:spChg>
        <pc:spChg chg="mod">
          <ac:chgData name="Wang, Zhan Xin" userId="e0c734b1-bae3-4f5a-9df3-697e20636147" providerId="ADAL" clId="{824D65EF-635E-5614-ABC4-D46DE31B6620}" dt="2025-12-12T05:22:37.322" v="424" actId="14100"/>
          <ac:spMkLst>
            <pc:docMk/>
            <pc:sldMk cId="0" sldId="268"/>
            <ac:spMk id="1332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22:18.779" v="419" actId="14100"/>
          <ac:spMkLst>
            <pc:docMk/>
            <pc:sldMk cId="0" sldId="268"/>
            <ac:spMk id="1333" creationId="{00000000-0000-0000-0000-000000000000}"/>
          </ac:spMkLst>
        </pc:spChg>
        <pc:spChg chg="del">
          <ac:chgData name="Wang, Zhan Xin" userId="e0c734b1-bae3-4f5a-9df3-697e20636147" providerId="ADAL" clId="{824D65EF-635E-5614-ABC4-D46DE31B6620}" dt="2025-12-12T05:21:18.300" v="410" actId="478"/>
          <ac:spMkLst>
            <pc:docMk/>
            <pc:sldMk cId="0" sldId="268"/>
            <ac:spMk id="1334" creationId="{00000000-0000-0000-0000-000000000000}"/>
          </ac:spMkLst>
        </pc:spChg>
        <pc:grpChg chg="del">
          <ac:chgData name="Wang, Zhan Xin" userId="e0c734b1-bae3-4f5a-9df3-697e20636147" providerId="ADAL" clId="{824D65EF-635E-5614-ABC4-D46DE31B6620}" dt="2025-12-12T05:21:16.347" v="409" actId="478"/>
          <ac:grpSpMkLst>
            <pc:docMk/>
            <pc:sldMk cId="0" sldId="268"/>
            <ac:grpSpMk id="1335" creationId="{00000000-0000-0000-0000-000000000000}"/>
          </ac:grpSpMkLst>
        </pc:grpChg>
        <pc:picChg chg="del mod">
          <ac:chgData name="Wang, Zhan Xin" userId="e0c734b1-bae3-4f5a-9df3-697e20636147" providerId="ADAL" clId="{824D65EF-635E-5614-ABC4-D46DE31B6620}" dt="2025-12-12T05:21:14.843" v="408" actId="478"/>
          <ac:picMkLst>
            <pc:docMk/>
            <pc:sldMk cId="0" sldId="268"/>
            <ac:picMk id="1338" creationId="{00000000-0000-0000-0000-000000000000}"/>
          </ac:picMkLst>
        </pc:picChg>
      </pc:sldChg>
      <pc:sldChg chg="del modNotes">
        <pc:chgData name="Wang, Zhan Xin" userId="e0c734b1-bae3-4f5a-9df3-697e20636147" providerId="ADAL" clId="{824D65EF-635E-5614-ABC4-D46DE31B6620}" dt="2025-12-12T04:51:51.120" v="33" actId="2696"/>
        <pc:sldMkLst>
          <pc:docMk/>
          <pc:sldMk cId="0" sldId="269"/>
        </pc:sldMkLst>
      </pc:sldChg>
      <pc:sldChg chg="del modNotes">
        <pc:chgData name="Wang, Zhan Xin" userId="e0c734b1-bae3-4f5a-9df3-697e20636147" providerId="ADAL" clId="{824D65EF-635E-5614-ABC4-D46DE31B6620}" dt="2025-12-12T04:51:28.742" v="27" actId="2696"/>
        <pc:sldMkLst>
          <pc:docMk/>
          <pc:sldMk cId="0" sldId="270"/>
        </pc:sldMkLst>
      </pc:sldChg>
      <pc:sldChg chg="del modNotes">
        <pc:chgData name="Wang, Zhan Xin" userId="e0c734b1-bae3-4f5a-9df3-697e20636147" providerId="ADAL" clId="{824D65EF-635E-5614-ABC4-D46DE31B6620}" dt="2025-12-12T04:51:27.599" v="26" actId="2696"/>
        <pc:sldMkLst>
          <pc:docMk/>
          <pc:sldMk cId="0" sldId="271"/>
        </pc:sldMkLst>
      </pc:sldChg>
      <pc:sldChg chg="del modNotes">
        <pc:chgData name="Wang, Zhan Xin" userId="e0c734b1-bae3-4f5a-9df3-697e20636147" providerId="ADAL" clId="{824D65EF-635E-5614-ABC4-D46DE31B6620}" dt="2025-12-12T04:51:53.493" v="34" actId="2696"/>
        <pc:sldMkLst>
          <pc:docMk/>
          <pc:sldMk cId="0" sldId="272"/>
        </pc:sldMkLst>
      </pc:sldChg>
      <pc:sldChg chg="del modNotes">
        <pc:chgData name="Wang, Zhan Xin" userId="e0c734b1-bae3-4f5a-9df3-697e20636147" providerId="ADAL" clId="{824D65EF-635E-5614-ABC4-D46DE31B6620}" dt="2025-12-12T04:51:25.189" v="25" actId="2696"/>
        <pc:sldMkLst>
          <pc:docMk/>
          <pc:sldMk cId="0" sldId="273"/>
        </pc:sldMkLst>
      </pc:sldChg>
      <pc:sldChg chg="del modNotes">
        <pc:chgData name="Wang, Zhan Xin" userId="e0c734b1-bae3-4f5a-9df3-697e20636147" providerId="ADAL" clId="{824D65EF-635E-5614-ABC4-D46DE31B6620}" dt="2025-12-12T05:20:58.820" v="405" actId="2696"/>
        <pc:sldMkLst>
          <pc:docMk/>
          <pc:sldMk cId="0" sldId="274"/>
        </pc:sldMkLst>
      </pc:sldChg>
      <pc:sldChg chg="del modNotes">
        <pc:chgData name="Wang, Zhan Xin" userId="e0c734b1-bae3-4f5a-9df3-697e20636147" providerId="ADAL" clId="{824D65EF-635E-5614-ABC4-D46DE31B6620}" dt="2025-12-12T04:51:19.397" v="24" actId="2696"/>
        <pc:sldMkLst>
          <pc:docMk/>
          <pc:sldMk cId="0" sldId="275"/>
        </pc:sldMkLst>
      </pc:sldChg>
      <pc:sldChg chg="del modNotes">
        <pc:chgData name="Wang, Zhan Xin" userId="e0c734b1-bae3-4f5a-9df3-697e20636147" providerId="ADAL" clId="{824D65EF-635E-5614-ABC4-D46DE31B6620}" dt="2025-12-12T04:51:16.799" v="23" actId="2696"/>
        <pc:sldMkLst>
          <pc:docMk/>
          <pc:sldMk cId="0" sldId="276"/>
        </pc:sldMkLst>
      </pc:sldChg>
      <pc:sldChg chg="del">
        <pc:chgData name="Wang, Zhan Xin" userId="e0c734b1-bae3-4f5a-9df3-697e20636147" providerId="ADAL" clId="{824D65EF-635E-5614-ABC4-D46DE31B6620}" dt="2025-12-12T04:51:13.774" v="21" actId="2696"/>
        <pc:sldMkLst>
          <pc:docMk/>
          <pc:sldMk cId="0" sldId="277"/>
        </pc:sldMkLst>
      </pc:sldChg>
      <pc:sldChg chg="delSp modSp mod ord modNotes">
        <pc:chgData name="Wang, Zhan Xin" userId="e0c734b1-bae3-4f5a-9df3-697e20636147" providerId="ADAL" clId="{824D65EF-635E-5614-ABC4-D46DE31B6620}" dt="2025-12-12T05:05:46.175" v="253" actId="255"/>
        <pc:sldMkLst>
          <pc:docMk/>
          <pc:sldMk cId="0" sldId="278"/>
        </pc:sldMkLst>
        <pc:spChg chg="mod">
          <ac:chgData name="Wang, Zhan Xin" userId="e0c734b1-bae3-4f5a-9df3-697e20636147" providerId="ADAL" clId="{824D65EF-635E-5614-ABC4-D46DE31B6620}" dt="2025-12-12T05:05:38.712" v="252" actId="207"/>
          <ac:spMkLst>
            <pc:docMk/>
            <pc:sldMk cId="0" sldId="278"/>
            <ac:spMk id="3147" creationId="{00000000-0000-0000-0000-000000000000}"/>
          </ac:spMkLst>
        </pc:spChg>
        <pc:spChg chg="mod">
          <ac:chgData name="Wang, Zhan Xin" userId="e0c734b1-bae3-4f5a-9df3-697e20636147" providerId="ADAL" clId="{824D65EF-635E-5614-ABC4-D46DE31B6620}" dt="2025-12-12T05:05:46.175" v="253" actId="255"/>
          <ac:spMkLst>
            <pc:docMk/>
            <pc:sldMk cId="0" sldId="278"/>
            <ac:spMk id="3148" creationId="{00000000-0000-0000-0000-000000000000}"/>
          </ac:spMkLst>
        </pc:spChg>
        <pc:grpChg chg="del">
          <ac:chgData name="Wang, Zhan Xin" userId="e0c734b1-bae3-4f5a-9df3-697e20636147" providerId="ADAL" clId="{824D65EF-635E-5614-ABC4-D46DE31B6620}" dt="2025-12-12T05:04:09.740" v="239" actId="478"/>
          <ac:grpSpMkLst>
            <pc:docMk/>
            <pc:sldMk cId="0" sldId="278"/>
            <ac:grpSpMk id="3149" creationId="{00000000-0000-0000-0000-000000000000}"/>
          </ac:grpSpMkLst>
        </pc:grpChg>
        <pc:grpChg chg="del">
          <ac:chgData name="Wang, Zhan Xin" userId="e0c734b1-bae3-4f5a-9df3-697e20636147" providerId="ADAL" clId="{824D65EF-635E-5614-ABC4-D46DE31B6620}" dt="2025-12-12T05:04:08.358" v="238" actId="478"/>
          <ac:grpSpMkLst>
            <pc:docMk/>
            <pc:sldMk cId="0" sldId="278"/>
            <ac:grpSpMk id="3158" creationId="{00000000-0000-0000-0000-000000000000}"/>
          </ac:grpSpMkLst>
        </pc:grpChg>
      </pc:sldChg>
      <pc:sldChg chg="del modNotes">
        <pc:chgData name="Wang, Zhan Xin" userId="e0c734b1-bae3-4f5a-9df3-697e20636147" providerId="ADAL" clId="{824D65EF-635E-5614-ABC4-D46DE31B6620}" dt="2025-12-12T04:51:09.118" v="19" actId="2696"/>
        <pc:sldMkLst>
          <pc:docMk/>
          <pc:sldMk cId="0" sldId="279"/>
        </pc:sldMkLst>
      </pc:sldChg>
      <pc:sldChg chg="del modNotes">
        <pc:chgData name="Wang, Zhan Xin" userId="e0c734b1-bae3-4f5a-9df3-697e20636147" providerId="ADAL" clId="{824D65EF-635E-5614-ABC4-D46DE31B6620}" dt="2025-12-12T04:51:07.698" v="18" actId="2696"/>
        <pc:sldMkLst>
          <pc:docMk/>
          <pc:sldMk cId="0" sldId="280"/>
        </pc:sldMkLst>
      </pc:sldChg>
      <pc:sldChg chg="del modNotes">
        <pc:chgData name="Wang, Zhan Xin" userId="e0c734b1-bae3-4f5a-9df3-697e20636147" providerId="ADAL" clId="{824D65EF-635E-5614-ABC4-D46DE31B6620}" dt="2025-12-12T04:51:07.549" v="17" actId="2696"/>
        <pc:sldMkLst>
          <pc:docMk/>
          <pc:sldMk cId="0" sldId="281"/>
        </pc:sldMkLst>
      </pc:sldChg>
      <pc:sldChg chg="del modNotes">
        <pc:chgData name="Wang, Zhan Xin" userId="e0c734b1-bae3-4f5a-9df3-697e20636147" providerId="ADAL" clId="{824D65EF-635E-5614-ABC4-D46DE31B6620}" dt="2025-12-12T04:51:07.331" v="16" actId="2696"/>
        <pc:sldMkLst>
          <pc:docMk/>
          <pc:sldMk cId="0" sldId="282"/>
        </pc:sldMkLst>
      </pc:sldChg>
      <pc:sldChg chg="del modNotes">
        <pc:chgData name="Wang, Zhan Xin" userId="e0c734b1-bae3-4f5a-9df3-697e20636147" providerId="ADAL" clId="{824D65EF-635E-5614-ABC4-D46DE31B6620}" dt="2025-12-12T04:51:07.136" v="15" actId="2696"/>
        <pc:sldMkLst>
          <pc:docMk/>
          <pc:sldMk cId="0" sldId="283"/>
        </pc:sldMkLst>
      </pc:sldChg>
      <pc:sldChg chg="del">
        <pc:chgData name="Wang, Zhan Xin" userId="e0c734b1-bae3-4f5a-9df3-697e20636147" providerId="ADAL" clId="{824D65EF-635E-5614-ABC4-D46DE31B6620}" dt="2025-12-12T04:51:07.022" v="13" actId="2696"/>
        <pc:sldMkLst>
          <pc:docMk/>
          <pc:sldMk cId="0" sldId="284"/>
        </pc:sldMkLst>
      </pc:sldChg>
      <pc:sldChg chg="del">
        <pc:chgData name="Wang, Zhan Xin" userId="e0c734b1-bae3-4f5a-9df3-697e20636147" providerId="ADAL" clId="{824D65EF-635E-5614-ABC4-D46DE31B6620}" dt="2025-12-12T04:51:06.540" v="12" actId="2696"/>
        <pc:sldMkLst>
          <pc:docMk/>
          <pc:sldMk cId="0" sldId="285"/>
        </pc:sldMkLst>
      </pc:sldChg>
      <pc:sldChg chg="modSp del modNotes">
        <pc:chgData name="Wang, Zhan Xin" userId="e0c734b1-bae3-4f5a-9df3-697e20636147" providerId="ADAL" clId="{824D65EF-635E-5614-ABC4-D46DE31B6620}" dt="2025-12-12T04:51:05.522" v="11" actId="2696"/>
        <pc:sldMkLst>
          <pc:docMk/>
          <pc:sldMk cId="0" sldId="286"/>
        </pc:sldMkLst>
        <pc:graphicFrameChg chg="mod">
          <ac:chgData name="Wang, Zhan Xin" userId="e0c734b1-bae3-4f5a-9df3-697e20636147" providerId="ADAL" clId="{824D65EF-635E-5614-ABC4-D46DE31B6620}" dt="2025-12-12T04:51:05.374" v="10"/>
          <ac:graphicFrameMkLst>
            <pc:docMk/>
            <pc:sldMk cId="0" sldId="286"/>
            <ac:graphicFrameMk id="6181" creationId="{00000000-0000-0000-0000-000000000000}"/>
          </ac:graphicFrameMkLst>
        </pc:graphicFrameChg>
        <pc:graphicFrameChg chg="mod">
          <ac:chgData name="Wang, Zhan Xin" userId="e0c734b1-bae3-4f5a-9df3-697e20636147" providerId="ADAL" clId="{824D65EF-635E-5614-ABC4-D46DE31B6620}" dt="2025-12-12T04:51:05.374" v="10"/>
          <ac:graphicFrameMkLst>
            <pc:docMk/>
            <pc:sldMk cId="0" sldId="286"/>
            <ac:graphicFrameMk id="6210" creationId="{00000000-0000-0000-0000-000000000000}"/>
          </ac:graphicFrameMkLst>
        </pc:graphicFrameChg>
        <pc:graphicFrameChg chg="mod">
          <ac:chgData name="Wang, Zhan Xin" userId="e0c734b1-bae3-4f5a-9df3-697e20636147" providerId="ADAL" clId="{824D65EF-635E-5614-ABC4-D46DE31B6620}" dt="2025-12-12T04:51:05.374" v="10"/>
          <ac:graphicFrameMkLst>
            <pc:docMk/>
            <pc:sldMk cId="0" sldId="286"/>
            <ac:graphicFrameMk id="6262" creationId="{00000000-0000-0000-0000-000000000000}"/>
          </ac:graphicFrameMkLst>
        </pc:graphicFrameChg>
        <pc:graphicFrameChg chg="mod">
          <ac:chgData name="Wang, Zhan Xin" userId="e0c734b1-bae3-4f5a-9df3-697e20636147" providerId="ADAL" clId="{824D65EF-635E-5614-ABC4-D46DE31B6620}" dt="2025-12-12T04:51:05.374" v="10"/>
          <ac:graphicFrameMkLst>
            <pc:docMk/>
            <pc:sldMk cId="0" sldId="286"/>
            <ac:graphicFrameMk id="6305" creationId="{00000000-0000-0000-0000-000000000000}"/>
          </ac:graphicFrameMkLst>
        </pc:graphicFrameChg>
      </pc:sldChg>
      <pc:sldChg chg="del">
        <pc:chgData name="Wang, Zhan Xin" userId="e0c734b1-bae3-4f5a-9df3-697e20636147" providerId="ADAL" clId="{824D65EF-635E-5614-ABC4-D46DE31B6620}" dt="2025-12-12T04:51:05.374" v="9" actId="2696"/>
        <pc:sldMkLst>
          <pc:docMk/>
          <pc:sldMk cId="0" sldId="287"/>
        </pc:sldMkLst>
      </pc:sldChg>
      <pc:sldChg chg="del">
        <pc:chgData name="Wang, Zhan Xin" userId="e0c734b1-bae3-4f5a-9df3-697e20636147" providerId="ADAL" clId="{824D65EF-635E-5614-ABC4-D46DE31B6620}" dt="2025-12-12T04:51:05.195" v="8" actId="2696"/>
        <pc:sldMkLst>
          <pc:docMk/>
          <pc:sldMk cId="0" sldId="288"/>
        </pc:sldMkLst>
      </pc:sldChg>
      <pc:sldChg chg="del">
        <pc:chgData name="Wang, Zhan Xin" userId="e0c734b1-bae3-4f5a-9df3-697e20636147" providerId="ADAL" clId="{824D65EF-635E-5614-ABC4-D46DE31B6620}" dt="2025-12-12T04:51:05.120" v="7" actId="2696"/>
        <pc:sldMkLst>
          <pc:docMk/>
          <pc:sldMk cId="0" sldId="289"/>
        </pc:sldMkLst>
      </pc:sldChg>
      <pc:sldChg chg="del">
        <pc:chgData name="Wang, Zhan Xin" userId="e0c734b1-bae3-4f5a-9df3-697e20636147" providerId="ADAL" clId="{824D65EF-635E-5614-ABC4-D46DE31B6620}" dt="2025-12-12T04:51:05.084" v="6" actId="2696"/>
        <pc:sldMkLst>
          <pc:docMk/>
          <pc:sldMk cId="0" sldId="290"/>
        </pc:sldMkLst>
      </pc:sldChg>
      <pc:sldChg chg="del">
        <pc:chgData name="Wang, Zhan Xin" userId="e0c734b1-bae3-4f5a-9df3-697e20636147" providerId="ADAL" clId="{824D65EF-635E-5614-ABC4-D46DE31B6620}" dt="2025-12-12T04:51:04.949" v="5" actId="2696"/>
        <pc:sldMkLst>
          <pc:docMk/>
          <pc:sldMk cId="0" sldId="291"/>
        </pc:sldMkLst>
      </pc:sldChg>
      <pc:sldChg chg="del">
        <pc:chgData name="Wang, Zhan Xin" userId="e0c734b1-bae3-4f5a-9df3-697e20636147" providerId="ADAL" clId="{824D65EF-635E-5614-ABC4-D46DE31B6620}" dt="2025-12-12T04:51:04.746" v="4" actId="2696"/>
        <pc:sldMkLst>
          <pc:docMk/>
          <pc:sldMk cId="0" sldId="292"/>
        </pc:sldMkLst>
      </pc:sldChg>
      <pc:sldChg chg="del">
        <pc:chgData name="Wang, Zhan Xin" userId="e0c734b1-bae3-4f5a-9df3-697e20636147" providerId="ADAL" clId="{824D65EF-635E-5614-ABC4-D46DE31B6620}" dt="2025-12-12T04:51:04.494" v="3" actId="2696"/>
        <pc:sldMkLst>
          <pc:docMk/>
          <pc:sldMk cId="0" sldId="293"/>
        </pc:sldMkLst>
      </pc:sldChg>
      <pc:sldChg chg="del">
        <pc:chgData name="Wang, Zhan Xin" userId="e0c734b1-bae3-4f5a-9df3-697e20636147" providerId="ADAL" clId="{824D65EF-635E-5614-ABC4-D46DE31B6620}" dt="2025-12-12T04:51:04.250" v="2" actId="2696"/>
        <pc:sldMkLst>
          <pc:docMk/>
          <pc:sldMk cId="0" sldId="294"/>
        </pc:sldMkLst>
      </pc:sldChg>
      <pc:sldChg chg="del">
        <pc:chgData name="Wang, Zhan Xin" userId="e0c734b1-bae3-4f5a-9df3-697e20636147" providerId="ADAL" clId="{824D65EF-635E-5614-ABC4-D46DE31B6620}" dt="2025-12-12T04:51:03.653" v="1" actId="2696"/>
        <pc:sldMkLst>
          <pc:docMk/>
          <pc:sldMk cId="0" sldId="295"/>
        </pc:sldMkLst>
      </pc:sldChg>
      <pc:sldChg chg="del">
        <pc:chgData name="Wang, Zhan Xin" userId="e0c734b1-bae3-4f5a-9df3-697e20636147" providerId="ADAL" clId="{824D65EF-635E-5614-ABC4-D46DE31B6620}" dt="2025-12-12T04:51:02.979" v="0" actId="2696"/>
        <pc:sldMkLst>
          <pc:docMk/>
          <pc:sldMk cId="0" sldId="296"/>
        </pc:sldMkLst>
      </pc:sldChg>
      <pc:sldMasterChg chg="del">
        <pc:chgData name="Wang, Zhan Xin" userId="e0c734b1-bae3-4f5a-9df3-697e20636147" providerId="ADAL" clId="{824D65EF-635E-5614-ABC4-D46DE31B6620}" dt="2025-12-12T04:51:09.122" v="20" actId="2696"/>
        <pc:sldMasterMkLst>
          <pc:docMk/>
          <pc:sldMasterMk cId="0" sldId="2147483675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5" name="Google Shape;3145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0784" y="340797"/>
            <a:ext cx="8923262" cy="3095488"/>
            <a:chOff x="546926" y="3123628"/>
            <a:chExt cx="2075322" cy="719931"/>
          </a:xfrm>
        </p:grpSpPr>
        <p:sp>
          <p:nvSpPr>
            <p:cNvPr id="10" name="Google Shape;10;p2"/>
            <p:cNvSpPr/>
            <p:nvPr/>
          </p:nvSpPr>
          <p:spPr>
            <a:xfrm>
              <a:off x="777771" y="3123628"/>
              <a:ext cx="150050" cy="36000"/>
            </a:xfrm>
            <a:custGeom>
              <a:avLst/>
              <a:gdLst/>
              <a:ahLst/>
              <a:cxnLst/>
              <a:rect l="l" t="t" r="r" b="b"/>
              <a:pathLst>
                <a:path w="6002" h="1440" extrusionOk="0">
                  <a:moveTo>
                    <a:pt x="2475" y="0"/>
                  </a:moveTo>
                  <a:cubicBezTo>
                    <a:pt x="2353" y="0"/>
                    <a:pt x="2221" y="79"/>
                    <a:pt x="2141" y="179"/>
                  </a:cubicBezTo>
                  <a:cubicBezTo>
                    <a:pt x="1987" y="332"/>
                    <a:pt x="1876" y="555"/>
                    <a:pt x="1812" y="777"/>
                  </a:cubicBezTo>
                  <a:cubicBezTo>
                    <a:pt x="1739" y="738"/>
                    <a:pt x="1665" y="703"/>
                    <a:pt x="1594" y="703"/>
                  </a:cubicBezTo>
                  <a:cubicBezTo>
                    <a:pt x="1578" y="703"/>
                    <a:pt x="1563" y="704"/>
                    <a:pt x="1547" y="708"/>
                  </a:cubicBezTo>
                  <a:cubicBezTo>
                    <a:pt x="1436" y="708"/>
                    <a:pt x="1346" y="798"/>
                    <a:pt x="1346" y="909"/>
                  </a:cubicBezTo>
                  <a:cubicBezTo>
                    <a:pt x="1249" y="796"/>
                    <a:pt x="1125" y="737"/>
                    <a:pt x="1002" y="737"/>
                  </a:cubicBezTo>
                  <a:cubicBezTo>
                    <a:pt x="931" y="737"/>
                    <a:pt x="860" y="757"/>
                    <a:pt x="795" y="798"/>
                  </a:cubicBezTo>
                  <a:cubicBezTo>
                    <a:pt x="621" y="909"/>
                    <a:pt x="531" y="1105"/>
                    <a:pt x="377" y="1238"/>
                  </a:cubicBezTo>
                  <a:cubicBezTo>
                    <a:pt x="287" y="1328"/>
                    <a:pt x="91" y="1391"/>
                    <a:pt x="1" y="1418"/>
                  </a:cubicBezTo>
                  <a:lnTo>
                    <a:pt x="6002" y="1439"/>
                  </a:lnTo>
                  <a:cubicBezTo>
                    <a:pt x="5763" y="1391"/>
                    <a:pt x="5498" y="1328"/>
                    <a:pt x="5366" y="1105"/>
                  </a:cubicBezTo>
                  <a:cubicBezTo>
                    <a:pt x="5318" y="994"/>
                    <a:pt x="5276" y="888"/>
                    <a:pt x="5207" y="819"/>
                  </a:cubicBezTo>
                  <a:cubicBezTo>
                    <a:pt x="5176" y="807"/>
                    <a:pt x="5145" y="802"/>
                    <a:pt x="5113" y="802"/>
                  </a:cubicBezTo>
                  <a:cubicBezTo>
                    <a:pt x="5038" y="802"/>
                    <a:pt x="4964" y="832"/>
                    <a:pt x="4900" y="862"/>
                  </a:cubicBezTo>
                  <a:cubicBezTo>
                    <a:pt x="4885" y="881"/>
                    <a:pt x="4859" y="897"/>
                    <a:pt x="4836" y="897"/>
                  </a:cubicBezTo>
                  <a:cubicBezTo>
                    <a:pt x="4826" y="897"/>
                    <a:pt x="4817" y="894"/>
                    <a:pt x="4810" y="888"/>
                  </a:cubicBezTo>
                  <a:cubicBezTo>
                    <a:pt x="4789" y="888"/>
                    <a:pt x="4789" y="862"/>
                    <a:pt x="4768" y="841"/>
                  </a:cubicBezTo>
                  <a:cubicBezTo>
                    <a:pt x="4704" y="708"/>
                    <a:pt x="4656" y="533"/>
                    <a:pt x="4572" y="422"/>
                  </a:cubicBezTo>
                  <a:cubicBezTo>
                    <a:pt x="4503" y="327"/>
                    <a:pt x="4408" y="283"/>
                    <a:pt x="4314" y="283"/>
                  </a:cubicBezTo>
                  <a:cubicBezTo>
                    <a:pt x="4256" y="283"/>
                    <a:pt x="4198" y="300"/>
                    <a:pt x="4148" y="332"/>
                  </a:cubicBezTo>
                  <a:cubicBezTo>
                    <a:pt x="3994" y="401"/>
                    <a:pt x="3910" y="555"/>
                    <a:pt x="3862" y="729"/>
                  </a:cubicBezTo>
                  <a:cubicBezTo>
                    <a:pt x="3751" y="623"/>
                    <a:pt x="3618" y="512"/>
                    <a:pt x="3486" y="465"/>
                  </a:cubicBezTo>
                  <a:cubicBezTo>
                    <a:pt x="3431" y="442"/>
                    <a:pt x="3377" y="430"/>
                    <a:pt x="3324" y="430"/>
                  </a:cubicBezTo>
                  <a:cubicBezTo>
                    <a:pt x="3228" y="430"/>
                    <a:pt x="3139" y="469"/>
                    <a:pt x="3067" y="555"/>
                  </a:cubicBezTo>
                  <a:cubicBezTo>
                    <a:pt x="2935" y="290"/>
                    <a:pt x="2781" y="25"/>
                    <a:pt x="2517" y="4"/>
                  </a:cubicBezTo>
                  <a:cubicBezTo>
                    <a:pt x="2503" y="2"/>
                    <a:pt x="2489" y="0"/>
                    <a:pt x="24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46926" y="3560309"/>
              <a:ext cx="148975" cy="35450"/>
            </a:xfrm>
            <a:custGeom>
              <a:avLst/>
              <a:gdLst/>
              <a:ahLst/>
              <a:cxnLst/>
              <a:rect l="l" t="t" r="r" b="b"/>
              <a:pathLst>
                <a:path w="5959" h="1418" extrusionOk="0">
                  <a:moveTo>
                    <a:pt x="2471" y="1"/>
                  </a:moveTo>
                  <a:cubicBezTo>
                    <a:pt x="2337" y="1"/>
                    <a:pt x="2219" y="86"/>
                    <a:pt x="2119" y="205"/>
                  </a:cubicBezTo>
                  <a:cubicBezTo>
                    <a:pt x="1965" y="359"/>
                    <a:pt x="1854" y="560"/>
                    <a:pt x="1812" y="777"/>
                  </a:cubicBezTo>
                  <a:cubicBezTo>
                    <a:pt x="1738" y="743"/>
                    <a:pt x="1665" y="708"/>
                    <a:pt x="1582" y="708"/>
                  </a:cubicBezTo>
                  <a:cubicBezTo>
                    <a:pt x="1564" y="708"/>
                    <a:pt x="1545" y="710"/>
                    <a:pt x="1526" y="714"/>
                  </a:cubicBezTo>
                  <a:cubicBezTo>
                    <a:pt x="1436" y="714"/>
                    <a:pt x="1346" y="798"/>
                    <a:pt x="1346" y="910"/>
                  </a:cubicBezTo>
                  <a:cubicBezTo>
                    <a:pt x="1248" y="798"/>
                    <a:pt x="1122" y="741"/>
                    <a:pt x="999" y="741"/>
                  </a:cubicBezTo>
                  <a:cubicBezTo>
                    <a:pt x="928" y="741"/>
                    <a:pt x="858" y="760"/>
                    <a:pt x="795" y="798"/>
                  </a:cubicBezTo>
                  <a:cubicBezTo>
                    <a:pt x="620" y="888"/>
                    <a:pt x="530" y="1111"/>
                    <a:pt x="376" y="1243"/>
                  </a:cubicBezTo>
                  <a:cubicBezTo>
                    <a:pt x="307" y="1328"/>
                    <a:pt x="90" y="1376"/>
                    <a:pt x="0" y="1418"/>
                  </a:cubicBezTo>
                  <a:lnTo>
                    <a:pt x="5959" y="1418"/>
                  </a:lnTo>
                  <a:cubicBezTo>
                    <a:pt x="5736" y="1397"/>
                    <a:pt x="5471" y="1328"/>
                    <a:pt x="5339" y="1090"/>
                  </a:cubicBezTo>
                  <a:cubicBezTo>
                    <a:pt x="5275" y="1000"/>
                    <a:pt x="5254" y="888"/>
                    <a:pt x="5164" y="825"/>
                  </a:cubicBezTo>
                  <a:cubicBezTo>
                    <a:pt x="5137" y="811"/>
                    <a:pt x="5109" y="805"/>
                    <a:pt x="5080" y="805"/>
                  </a:cubicBezTo>
                  <a:cubicBezTo>
                    <a:pt x="5011" y="805"/>
                    <a:pt x="4935" y="837"/>
                    <a:pt x="4857" y="867"/>
                  </a:cubicBezTo>
                  <a:cubicBezTo>
                    <a:pt x="4836" y="888"/>
                    <a:pt x="4809" y="888"/>
                    <a:pt x="4788" y="888"/>
                  </a:cubicBezTo>
                  <a:cubicBezTo>
                    <a:pt x="4767" y="888"/>
                    <a:pt x="4746" y="867"/>
                    <a:pt x="4746" y="846"/>
                  </a:cubicBezTo>
                  <a:cubicBezTo>
                    <a:pt x="4656" y="714"/>
                    <a:pt x="4635" y="534"/>
                    <a:pt x="4544" y="428"/>
                  </a:cubicBezTo>
                  <a:cubicBezTo>
                    <a:pt x="4480" y="330"/>
                    <a:pt x="4387" y="285"/>
                    <a:pt x="4294" y="285"/>
                  </a:cubicBezTo>
                  <a:cubicBezTo>
                    <a:pt x="4236" y="285"/>
                    <a:pt x="4177" y="303"/>
                    <a:pt x="4126" y="338"/>
                  </a:cubicBezTo>
                  <a:cubicBezTo>
                    <a:pt x="3972" y="401"/>
                    <a:pt x="3882" y="560"/>
                    <a:pt x="3840" y="735"/>
                  </a:cubicBezTo>
                  <a:cubicBezTo>
                    <a:pt x="3729" y="624"/>
                    <a:pt x="3596" y="512"/>
                    <a:pt x="3464" y="470"/>
                  </a:cubicBezTo>
                  <a:cubicBezTo>
                    <a:pt x="3416" y="457"/>
                    <a:pt x="3368" y="450"/>
                    <a:pt x="3321" y="450"/>
                  </a:cubicBezTo>
                  <a:cubicBezTo>
                    <a:pt x="3218" y="450"/>
                    <a:pt x="3122" y="484"/>
                    <a:pt x="3046" y="560"/>
                  </a:cubicBezTo>
                  <a:cubicBezTo>
                    <a:pt x="2934" y="295"/>
                    <a:pt x="2760" y="30"/>
                    <a:pt x="2516" y="4"/>
                  </a:cubicBezTo>
                  <a:cubicBezTo>
                    <a:pt x="2501" y="2"/>
                    <a:pt x="2486" y="1"/>
                    <a:pt x="24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78848" y="3195622"/>
              <a:ext cx="243400" cy="58050"/>
            </a:xfrm>
            <a:custGeom>
              <a:avLst/>
              <a:gdLst/>
              <a:ahLst/>
              <a:cxnLst/>
              <a:rect l="l" t="t" r="r" b="b"/>
              <a:pathLst>
                <a:path w="9736" h="2322" extrusionOk="0">
                  <a:moveTo>
                    <a:pt x="4043" y="0"/>
                  </a:moveTo>
                  <a:cubicBezTo>
                    <a:pt x="3835" y="0"/>
                    <a:pt x="3633" y="146"/>
                    <a:pt x="3465" y="315"/>
                  </a:cubicBezTo>
                  <a:cubicBezTo>
                    <a:pt x="3221" y="558"/>
                    <a:pt x="3046" y="887"/>
                    <a:pt x="2935" y="1263"/>
                  </a:cubicBezTo>
                  <a:cubicBezTo>
                    <a:pt x="2820" y="1184"/>
                    <a:pt x="2689" y="1126"/>
                    <a:pt x="2556" y="1126"/>
                  </a:cubicBezTo>
                  <a:cubicBezTo>
                    <a:pt x="2535" y="1126"/>
                    <a:pt x="2515" y="1128"/>
                    <a:pt x="2495" y="1130"/>
                  </a:cubicBezTo>
                  <a:cubicBezTo>
                    <a:pt x="2342" y="1151"/>
                    <a:pt x="2188" y="1284"/>
                    <a:pt x="2188" y="1485"/>
                  </a:cubicBezTo>
                  <a:cubicBezTo>
                    <a:pt x="2035" y="1302"/>
                    <a:pt x="1828" y="1208"/>
                    <a:pt x="1625" y="1208"/>
                  </a:cubicBezTo>
                  <a:cubicBezTo>
                    <a:pt x="1506" y="1208"/>
                    <a:pt x="1388" y="1240"/>
                    <a:pt x="1282" y="1305"/>
                  </a:cubicBezTo>
                  <a:cubicBezTo>
                    <a:pt x="1018" y="1459"/>
                    <a:pt x="838" y="1792"/>
                    <a:pt x="620" y="2015"/>
                  </a:cubicBezTo>
                  <a:cubicBezTo>
                    <a:pt x="488" y="2147"/>
                    <a:pt x="154" y="2253"/>
                    <a:pt x="1" y="2301"/>
                  </a:cubicBezTo>
                  <a:lnTo>
                    <a:pt x="9735" y="2322"/>
                  </a:lnTo>
                  <a:cubicBezTo>
                    <a:pt x="9359" y="2253"/>
                    <a:pt x="8914" y="2168"/>
                    <a:pt x="8697" y="1771"/>
                  </a:cubicBezTo>
                  <a:cubicBezTo>
                    <a:pt x="8607" y="1618"/>
                    <a:pt x="8565" y="1416"/>
                    <a:pt x="8432" y="1353"/>
                  </a:cubicBezTo>
                  <a:cubicBezTo>
                    <a:pt x="8380" y="1315"/>
                    <a:pt x="8322" y="1300"/>
                    <a:pt x="8263" y="1300"/>
                  </a:cubicBezTo>
                  <a:cubicBezTo>
                    <a:pt x="8147" y="1300"/>
                    <a:pt x="8025" y="1357"/>
                    <a:pt x="7924" y="1416"/>
                  </a:cubicBezTo>
                  <a:cubicBezTo>
                    <a:pt x="7909" y="1431"/>
                    <a:pt x="7881" y="1446"/>
                    <a:pt x="7851" y="1446"/>
                  </a:cubicBezTo>
                  <a:cubicBezTo>
                    <a:pt x="7838" y="1446"/>
                    <a:pt x="7825" y="1444"/>
                    <a:pt x="7813" y="1437"/>
                  </a:cubicBezTo>
                  <a:cubicBezTo>
                    <a:pt x="7770" y="1416"/>
                    <a:pt x="7749" y="1395"/>
                    <a:pt x="7723" y="1353"/>
                  </a:cubicBezTo>
                  <a:cubicBezTo>
                    <a:pt x="7590" y="1130"/>
                    <a:pt x="7569" y="865"/>
                    <a:pt x="7416" y="664"/>
                  </a:cubicBezTo>
                  <a:cubicBezTo>
                    <a:pt x="7306" y="528"/>
                    <a:pt x="7152" y="458"/>
                    <a:pt x="6992" y="458"/>
                  </a:cubicBezTo>
                  <a:cubicBezTo>
                    <a:pt x="6898" y="458"/>
                    <a:pt x="6802" y="483"/>
                    <a:pt x="6711" y="532"/>
                  </a:cubicBezTo>
                  <a:cubicBezTo>
                    <a:pt x="6489" y="643"/>
                    <a:pt x="6335" y="908"/>
                    <a:pt x="6245" y="1194"/>
                  </a:cubicBezTo>
                  <a:cubicBezTo>
                    <a:pt x="6070" y="1019"/>
                    <a:pt x="5869" y="823"/>
                    <a:pt x="5652" y="754"/>
                  </a:cubicBezTo>
                  <a:cubicBezTo>
                    <a:pt x="5573" y="725"/>
                    <a:pt x="5492" y="710"/>
                    <a:pt x="5413" y="710"/>
                  </a:cubicBezTo>
                  <a:cubicBezTo>
                    <a:pt x="5247" y="710"/>
                    <a:pt x="5087" y="775"/>
                    <a:pt x="4969" y="908"/>
                  </a:cubicBezTo>
                  <a:cubicBezTo>
                    <a:pt x="4767" y="489"/>
                    <a:pt x="4481" y="29"/>
                    <a:pt x="4084" y="2"/>
                  </a:cubicBezTo>
                  <a:cubicBezTo>
                    <a:pt x="4070" y="1"/>
                    <a:pt x="4056" y="0"/>
                    <a:pt x="40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360039" y="3809260"/>
              <a:ext cx="142350" cy="34300"/>
            </a:xfrm>
            <a:custGeom>
              <a:avLst/>
              <a:gdLst/>
              <a:ahLst/>
              <a:cxnLst/>
              <a:rect l="l" t="t" r="r" b="b"/>
              <a:pathLst>
                <a:path w="5694" h="1372" extrusionOk="0">
                  <a:moveTo>
                    <a:pt x="2405" y="0"/>
                  </a:moveTo>
                  <a:cubicBezTo>
                    <a:pt x="2251" y="0"/>
                    <a:pt x="2119" y="90"/>
                    <a:pt x="2034" y="201"/>
                  </a:cubicBezTo>
                  <a:cubicBezTo>
                    <a:pt x="1875" y="334"/>
                    <a:pt x="1790" y="530"/>
                    <a:pt x="1722" y="752"/>
                  </a:cubicBezTo>
                  <a:cubicBezTo>
                    <a:pt x="1637" y="710"/>
                    <a:pt x="1547" y="662"/>
                    <a:pt x="1457" y="662"/>
                  </a:cubicBezTo>
                  <a:cubicBezTo>
                    <a:pt x="1372" y="689"/>
                    <a:pt x="1282" y="773"/>
                    <a:pt x="1282" y="863"/>
                  </a:cubicBezTo>
                  <a:cubicBezTo>
                    <a:pt x="1199" y="767"/>
                    <a:pt x="1081" y="712"/>
                    <a:pt x="961" y="712"/>
                  </a:cubicBezTo>
                  <a:cubicBezTo>
                    <a:pt x="889" y="712"/>
                    <a:pt x="818" y="732"/>
                    <a:pt x="752" y="773"/>
                  </a:cubicBezTo>
                  <a:cubicBezTo>
                    <a:pt x="599" y="863"/>
                    <a:pt x="509" y="1059"/>
                    <a:pt x="376" y="1192"/>
                  </a:cubicBezTo>
                  <a:cubicBezTo>
                    <a:pt x="286" y="1261"/>
                    <a:pt x="90" y="1324"/>
                    <a:pt x="0" y="1351"/>
                  </a:cubicBezTo>
                  <a:lnTo>
                    <a:pt x="5694" y="1372"/>
                  </a:lnTo>
                  <a:cubicBezTo>
                    <a:pt x="5477" y="1324"/>
                    <a:pt x="5233" y="1282"/>
                    <a:pt x="5101" y="1038"/>
                  </a:cubicBezTo>
                  <a:cubicBezTo>
                    <a:pt x="5032" y="953"/>
                    <a:pt x="5011" y="842"/>
                    <a:pt x="4921" y="795"/>
                  </a:cubicBezTo>
                  <a:cubicBezTo>
                    <a:pt x="4895" y="775"/>
                    <a:pt x="4869" y="768"/>
                    <a:pt x="4842" y="768"/>
                  </a:cubicBezTo>
                  <a:cubicBezTo>
                    <a:pt x="4780" y="768"/>
                    <a:pt x="4712" y="809"/>
                    <a:pt x="4635" y="842"/>
                  </a:cubicBezTo>
                  <a:cubicBezTo>
                    <a:pt x="4613" y="842"/>
                    <a:pt x="4592" y="863"/>
                    <a:pt x="4571" y="863"/>
                  </a:cubicBezTo>
                  <a:cubicBezTo>
                    <a:pt x="4550" y="842"/>
                    <a:pt x="4550" y="821"/>
                    <a:pt x="4523" y="795"/>
                  </a:cubicBezTo>
                  <a:cubicBezTo>
                    <a:pt x="4460" y="689"/>
                    <a:pt x="4439" y="509"/>
                    <a:pt x="4349" y="397"/>
                  </a:cubicBezTo>
                  <a:cubicBezTo>
                    <a:pt x="4278" y="313"/>
                    <a:pt x="4182" y="274"/>
                    <a:pt x="4088" y="274"/>
                  </a:cubicBezTo>
                  <a:cubicBezTo>
                    <a:pt x="4033" y="274"/>
                    <a:pt x="3979" y="287"/>
                    <a:pt x="3930" y="313"/>
                  </a:cubicBezTo>
                  <a:cubicBezTo>
                    <a:pt x="3798" y="397"/>
                    <a:pt x="3708" y="556"/>
                    <a:pt x="3665" y="710"/>
                  </a:cubicBezTo>
                  <a:cubicBezTo>
                    <a:pt x="3554" y="599"/>
                    <a:pt x="3443" y="487"/>
                    <a:pt x="3310" y="445"/>
                  </a:cubicBezTo>
                  <a:cubicBezTo>
                    <a:pt x="3268" y="430"/>
                    <a:pt x="3224" y="422"/>
                    <a:pt x="3180" y="422"/>
                  </a:cubicBezTo>
                  <a:cubicBezTo>
                    <a:pt x="3085" y="422"/>
                    <a:pt x="2989" y="457"/>
                    <a:pt x="2913" y="530"/>
                  </a:cubicBezTo>
                  <a:cubicBezTo>
                    <a:pt x="2802" y="291"/>
                    <a:pt x="2627" y="27"/>
                    <a:pt x="2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4190050"/>
            <a:ext cx="9144064" cy="953462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72800" y="2380200"/>
            <a:ext cx="250671" cy="247440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473025" y="451965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-33400" y="-46775"/>
            <a:ext cx="378348" cy="5229346"/>
          </a:xfrm>
          <a:custGeom>
            <a:avLst/>
            <a:gdLst/>
            <a:ahLst/>
            <a:cxnLst/>
            <a:rect l="l" t="t" r="r" b="b"/>
            <a:pathLst>
              <a:path w="5911" h="47821" extrusionOk="0">
                <a:moveTo>
                  <a:pt x="64" y="0"/>
                </a:moveTo>
                <a:lnTo>
                  <a:pt x="0" y="47778"/>
                </a:lnTo>
                <a:lnTo>
                  <a:pt x="5911" y="47820"/>
                </a:lnTo>
                <a:lnTo>
                  <a:pt x="27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735728" y="-46767"/>
            <a:ext cx="441750" cy="4098509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4000382" y="156315"/>
            <a:ext cx="1232346" cy="295650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4146988" y="46325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844500" y="2302950"/>
            <a:ext cx="59484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844500" y="599625"/>
            <a:ext cx="5948400" cy="178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24" name="Google Shape;24;p2"/>
          <p:cNvGrpSpPr/>
          <p:nvPr/>
        </p:nvGrpSpPr>
        <p:grpSpPr>
          <a:xfrm>
            <a:off x="512340" y="3044211"/>
            <a:ext cx="1133103" cy="1456552"/>
            <a:chOff x="1307321" y="654999"/>
            <a:chExt cx="1131632" cy="1454661"/>
          </a:xfrm>
        </p:grpSpPr>
        <p:sp>
          <p:nvSpPr>
            <p:cNvPr id="25" name="Google Shape;25;p2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2923624" y="3089993"/>
            <a:ext cx="900971" cy="1488281"/>
            <a:chOff x="267900" y="392875"/>
            <a:chExt cx="1039422" cy="1716785"/>
          </a:xfrm>
        </p:grpSpPr>
        <p:sp>
          <p:nvSpPr>
            <p:cNvPr id="28" name="Google Shape;28;p2"/>
            <p:cNvSpPr/>
            <p:nvPr/>
          </p:nvSpPr>
          <p:spPr>
            <a:xfrm>
              <a:off x="267900" y="392875"/>
              <a:ext cx="1039422" cy="1222831"/>
            </a:xfrm>
            <a:custGeom>
              <a:avLst/>
              <a:gdLst/>
              <a:ahLst/>
              <a:cxnLst/>
              <a:rect l="l" t="t" r="r" b="b"/>
              <a:pathLst>
                <a:path w="23638" h="27809" extrusionOk="0">
                  <a:moveTo>
                    <a:pt x="12964" y="0"/>
                  </a:moveTo>
                  <a:cubicBezTo>
                    <a:pt x="9950" y="0"/>
                    <a:pt x="7434" y="2963"/>
                    <a:pt x="7304" y="6692"/>
                  </a:cubicBezTo>
                  <a:cubicBezTo>
                    <a:pt x="7283" y="7222"/>
                    <a:pt x="7325" y="7751"/>
                    <a:pt x="7394" y="8255"/>
                  </a:cubicBezTo>
                  <a:cubicBezTo>
                    <a:pt x="6070" y="8964"/>
                    <a:pt x="4990" y="10310"/>
                    <a:pt x="4412" y="11988"/>
                  </a:cubicBezTo>
                  <a:cubicBezTo>
                    <a:pt x="4015" y="12094"/>
                    <a:pt x="3645" y="12253"/>
                    <a:pt x="3290" y="12449"/>
                  </a:cubicBezTo>
                  <a:cubicBezTo>
                    <a:pt x="620" y="13996"/>
                    <a:pt x="1" y="17920"/>
                    <a:pt x="1897" y="21209"/>
                  </a:cubicBezTo>
                  <a:cubicBezTo>
                    <a:pt x="3289" y="23613"/>
                    <a:pt x="5610" y="25016"/>
                    <a:pt x="7798" y="25016"/>
                  </a:cubicBezTo>
                  <a:cubicBezTo>
                    <a:pt x="8040" y="25016"/>
                    <a:pt x="8280" y="24999"/>
                    <a:pt x="8517" y="24964"/>
                  </a:cubicBezTo>
                  <a:cubicBezTo>
                    <a:pt x="9889" y="26728"/>
                    <a:pt x="11806" y="27808"/>
                    <a:pt x="13925" y="27808"/>
                  </a:cubicBezTo>
                  <a:cubicBezTo>
                    <a:pt x="18050" y="27808"/>
                    <a:pt x="21408" y="23725"/>
                    <a:pt x="21472" y="18651"/>
                  </a:cubicBezTo>
                  <a:cubicBezTo>
                    <a:pt x="22663" y="17438"/>
                    <a:pt x="23437" y="15627"/>
                    <a:pt x="23527" y="13577"/>
                  </a:cubicBezTo>
                  <a:cubicBezTo>
                    <a:pt x="23638" y="9891"/>
                    <a:pt x="21408" y="6798"/>
                    <a:pt x="18474" y="6512"/>
                  </a:cubicBezTo>
                  <a:cubicBezTo>
                    <a:pt x="18363" y="2958"/>
                    <a:pt x="16064" y="93"/>
                    <a:pt x="13130" y="3"/>
                  </a:cubicBezTo>
                  <a:cubicBezTo>
                    <a:pt x="13075" y="1"/>
                    <a:pt x="13019" y="0"/>
                    <a:pt x="12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61804" y="1126611"/>
              <a:ext cx="80602" cy="983049"/>
            </a:xfrm>
            <a:custGeom>
              <a:avLst/>
              <a:gdLst/>
              <a:ahLst/>
              <a:cxnLst/>
              <a:rect l="l" t="t" r="r" b="b"/>
              <a:pathLst>
                <a:path w="1833" h="22356" extrusionOk="0">
                  <a:moveTo>
                    <a:pt x="705" y="0"/>
                  </a:moveTo>
                  <a:lnTo>
                    <a:pt x="0" y="22356"/>
                  </a:lnTo>
                  <a:lnTo>
                    <a:pt x="0" y="22356"/>
                  </a:lnTo>
                  <a:lnTo>
                    <a:pt x="1833" y="2228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 flipH="1">
            <a:off x="7906774" y="3089993"/>
            <a:ext cx="900971" cy="1488281"/>
            <a:chOff x="267900" y="392875"/>
            <a:chExt cx="1039422" cy="1716785"/>
          </a:xfrm>
        </p:grpSpPr>
        <p:sp>
          <p:nvSpPr>
            <p:cNvPr id="31" name="Google Shape;31;p2"/>
            <p:cNvSpPr/>
            <p:nvPr/>
          </p:nvSpPr>
          <p:spPr>
            <a:xfrm>
              <a:off x="267900" y="392875"/>
              <a:ext cx="1039422" cy="1222831"/>
            </a:xfrm>
            <a:custGeom>
              <a:avLst/>
              <a:gdLst/>
              <a:ahLst/>
              <a:cxnLst/>
              <a:rect l="l" t="t" r="r" b="b"/>
              <a:pathLst>
                <a:path w="23638" h="27809" extrusionOk="0">
                  <a:moveTo>
                    <a:pt x="12964" y="0"/>
                  </a:moveTo>
                  <a:cubicBezTo>
                    <a:pt x="9950" y="0"/>
                    <a:pt x="7434" y="2963"/>
                    <a:pt x="7304" y="6692"/>
                  </a:cubicBezTo>
                  <a:cubicBezTo>
                    <a:pt x="7283" y="7222"/>
                    <a:pt x="7325" y="7751"/>
                    <a:pt x="7394" y="8255"/>
                  </a:cubicBezTo>
                  <a:cubicBezTo>
                    <a:pt x="6070" y="8964"/>
                    <a:pt x="4990" y="10310"/>
                    <a:pt x="4412" y="11988"/>
                  </a:cubicBezTo>
                  <a:cubicBezTo>
                    <a:pt x="4015" y="12094"/>
                    <a:pt x="3645" y="12253"/>
                    <a:pt x="3290" y="12449"/>
                  </a:cubicBezTo>
                  <a:cubicBezTo>
                    <a:pt x="620" y="13996"/>
                    <a:pt x="1" y="17920"/>
                    <a:pt x="1897" y="21209"/>
                  </a:cubicBezTo>
                  <a:cubicBezTo>
                    <a:pt x="3289" y="23613"/>
                    <a:pt x="5610" y="25016"/>
                    <a:pt x="7798" y="25016"/>
                  </a:cubicBezTo>
                  <a:cubicBezTo>
                    <a:pt x="8040" y="25016"/>
                    <a:pt x="8280" y="24999"/>
                    <a:pt x="8517" y="24964"/>
                  </a:cubicBezTo>
                  <a:cubicBezTo>
                    <a:pt x="9889" y="26728"/>
                    <a:pt x="11806" y="27808"/>
                    <a:pt x="13925" y="27808"/>
                  </a:cubicBezTo>
                  <a:cubicBezTo>
                    <a:pt x="18050" y="27808"/>
                    <a:pt x="21408" y="23725"/>
                    <a:pt x="21472" y="18651"/>
                  </a:cubicBezTo>
                  <a:cubicBezTo>
                    <a:pt x="22663" y="17438"/>
                    <a:pt x="23437" y="15627"/>
                    <a:pt x="23527" y="13577"/>
                  </a:cubicBezTo>
                  <a:cubicBezTo>
                    <a:pt x="23638" y="9891"/>
                    <a:pt x="21408" y="6798"/>
                    <a:pt x="18474" y="6512"/>
                  </a:cubicBezTo>
                  <a:cubicBezTo>
                    <a:pt x="18363" y="2958"/>
                    <a:pt x="16064" y="93"/>
                    <a:pt x="13130" y="3"/>
                  </a:cubicBezTo>
                  <a:cubicBezTo>
                    <a:pt x="13075" y="1"/>
                    <a:pt x="13019" y="0"/>
                    <a:pt x="12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61804" y="1126611"/>
              <a:ext cx="80602" cy="983049"/>
            </a:xfrm>
            <a:custGeom>
              <a:avLst/>
              <a:gdLst/>
              <a:ahLst/>
              <a:cxnLst/>
              <a:rect l="l" t="t" r="r" b="b"/>
              <a:pathLst>
                <a:path w="1833" h="22356" extrusionOk="0">
                  <a:moveTo>
                    <a:pt x="705" y="0"/>
                  </a:moveTo>
                  <a:lnTo>
                    <a:pt x="0" y="22356"/>
                  </a:lnTo>
                  <a:lnTo>
                    <a:pt x="0" y="22356"/>
                  </a:lnTo>
                  <a:lnTo>
                    <a:pt x="1833" y="2228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8055525" y="539499"/>
            <a:ext cx="1046547" cy="249598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189350" y="133250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-170399" y="516818"/>
            <a:ext cx="612062" cy="147480"/>
          </a:xfrm>
          <a:custGeom>
            <a:avLst/>
            <a:gdLst/>
            <a:ahLst/>
            <a:cxnLst/>
            <a:rect l="l" t="t" r="r" b="b"/>
            <a:pathLst>
              <a:path w="5694" h="1372" extrusionOk="0">
                <a:moveTo>
                  <a:pt x="2405" y="0"/>
                </a:moveTo>
                <a:cubicBezTo>
                  <a:pt x="2251" y="0"/>
                  <a:pt x="2119" y="90"/>
                  <a:pt x="2034" y="201"/>
                </a:cubicBezTo>
                <a:cubicBezTo>
                  <a:pt x="1875" y="334"/>
                  <a:pt x="1790" y="530"/>
                  <a:pt x="1722" y="752"/>
                </a:cubicBezTo>
                <a:cubicBezTo>
                  <a:pt x="1637" y="710"/>
                  <a:pt x="1547" y="662"/>
                  <a:pt x="1457" y="662"/>
                </a:cubicBezTo>
                <a:cubicBezTo>
                  <a:pt x="1372" y="689"/>
                  <a:pt x="1282" y="773"/>
                  <a:pt x="1282" y="863"/>
                </a:cubicBezTo>
                <a:cubicBezTo>
                  <a:pt x="1199" y="767"/>
                  <a:pt x="1081" y="712"/>
                  <a:pt x="961" y="712"/>
                </a:cubicBezTo>
                <a:cubicBezTo>
                  <a:pt x="889" y="712"/>
                  <a:pt x="818" y="732"/>
                  <a:pt x="752" y="773"/>
                </a:cubicBezTo>
                <a:cubicBezTo>
                  <a:pt x="599" y="863"/>
                  <a:pt x="509" y="1059"/>
                  <a:pt x="376" y="1192"/>
                </a:cubicBezTo>
                <a:cubicBezTo>
                  <a:pt x="286" y="1261"/>
                  <a:pt x="90" y="1324"/>
                  <a:pt x="0" y="1351"/>
                </a:cubicBezTo>
                <a:lnTo>
                  <a:pt x="5694" y="1372"/>
                </a:lnTo>
                <a:cubicBezTo>
                  <a:pt x="5477" y="1324"/>
                  <a:pt x="5233" y="1282"/>
                  <a:pt x="5101" y="1038"/>
                </a:cubicBezTo>
                <a:cubicBezTo>
                  <a:pt x="5032" y="953"/>
                  <a:pt x="5011" y="842"/>
                  <a:pt x="4921" y="795"/>
                </a:cubicBezTo>
                <a:cubicBezTo>
                  <a:pt x="4895" y="775"/>
                  <a:pt x="4869" y="768"/>
                  <a:pt x="4842" y="768"/>
                </a:cubicBezTo>
                <a:cubicBezTo>
                  <a:pt x="4780" y="768"/>
                  <a:pt x="4712" y="809"/>
                  <a:pt x="4635" y="842"/>
                </a:cubicBezTo>
                <a:cubicBezTo>
                  <a:pt x="4613" y="842"/>
                  <a:pt x="4592" y="863"/>
                  <a:pt x="4571" y="863"/>
                </a:cubicBezTo>
                <a:cubicBezTo>
                  <a:pt x="4550" y="842"/>
                  <a:pt x="4550" y="821"/>
                  <a:pt x="4523" y="795"/>
                </a:cubicBezTo>
                <a:cubicBezTo>
                  <a:pt x="4460" y="689"/>
                  <a:pt x="4439" y="509"/>
                  <a:pt x="4349" y="397"/>
                </a:cubicBezTo>
                <a:cubicBezTo>
                  <a:pt x="4278" y="313"/>
                  <a:pt x="4182" y="274"/>
                  <a:pt x="4088" y="274"/>
                </a:cubicBezTo>
                <a:cubicBezTo>
                  <a:pt x="4033" y="274"/>
                  <a:pt x="3979" y="287"/>
                  <a:pt x="3930" y="313"/>
                </a:cubicBezTo>
                <a:cubicBezTo>
                  <a:pt x="3798" y="397"/>
                  <a:pt x="3708" y="556"/>
                  <a:pt x="3665" y="710"/>
                </a:cubicBezTo>
                <a:cubicBezTo>
                  <a:pt x="3554" y="599"/>
                  <a:pt x="3443" y="487"/>
                  <a:pt x="3310" y="445"/>
                </a:cubicBezTo>
                <a:cubicBezTo>
                  <a:pt x="3268" y="430"/>
                  <a:pt x="3224" y="422"/>
                  <a:pt x="3180" y="422"/>
                </a:cubicBezTo>
                <a:cubicBezTo>
                  <a:pt x="3085" y="422"/>
                  <a:pt x="2989" y="457"/>
                  <a:pt x="2913" y="530"/>
                </a:cubicBezTo>
                <a:cubicBezTo>
                  <a:pt x="2802" y="291"/>
                  <a:pt x="2627" y="27"/>
                  <a:pt x="240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510822" y="223947"/>
            <a:ext cx="645170" cy="15478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05162" y="741578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014638" y="48369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" name="Google Shape;58;p4"/>
          <p:cNvGrpSpPr/>
          <p:nvPr/>
        </p:nvGrpSpPr>
        <p:grpSpPr>
          <a:xfrm>
            <a:off x="7871553" y="3836915"/>
            <a:ext cx="3284189" cy="1168269"/>
            <a:chOff x="2536050" y="2210275"/>
            <a:chExt cx="5672175" cy="2017737"/>
          </a:xfrm>
        </p:grpSpPr>
        <p:sp>
          <p:nvSpPr>
            <p:cNvPr id="59" name="Google Shape;59;p4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20000" y="949875"/>
            <a:ext cx="77040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82471" y="414723"/>
            <a:ext cx="252794" cy="249582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4"/>
          <p:cNvGrpSpPr/>
          <p:nvPr/>
        </p:nvGrpSpPr>
        <p:grpSpPr>
          <a:xfrm>
            <a:off x="769604" y="3731863"/>
            <a:ext cx="889237" cy="1143073"/>
            <a:chOff x="1307321" y="654999"/>
            <a:chExt cx="1131632" cy="1454661"/>
          </a:xfrm>
        </p:grpSpPr>
        <p:sp>
          <p:nvSpPr>
            <p:cNvPr id="84" name="Google Shape;84;p4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4"/>
          <p:cNvSpPr/>
          <p:nvPr/>
        </p:nvSpPr>
        <p:spPr>
          <a:xfrm>
            <a:off x="8702325" y="-45775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 rot="10800000">
            <a:off x="-25576" y="1044981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8122500" y="1264624"/>
            <a:ext cx="1046547" cy="249598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-170399" y="1768918"/>
            <a:ext cx="612062" cy="147480"/>
          </a:xfrm>
          <a:custGeom>
            <a:avLst/>
            <a:gdLst/>
            <a:ahLst/>
            <a:cxnLst/>
            <a:rect l="l" t="t" r="r" b="b"/>
            <a:pathLst>
              <a:path w="5694" h="1372" extrusionOk="0">
                <a:moveTo>
                  <a:pt x="2405" y="0"/>
                </a:moveTo>
                <a:cubicBezTo>
                  <a:pt x="2251" y="0"/>
                  <a:pt x="2119" y="90"/>
                  <a:pt x="2034" y="201"/>
                </a:cubicBezTo>
                <a:cubicBezTo>
                  <a:pt x="1875" y="334"/>
                  <a:pt x="1790" y="530"/>
                  <a:pt x="1722" y="752"/>
                </a:cubicBezTo>
                <a:cubicBezTo>
                  <a:pt x="1637" y="710"/>
                  <a:pt x="1547" y="662"/>
                  <a:pt x="1457" y="662"/>
                </a:cubicBezTo>
                <a:cubicBezTo>
                  <a:pt x="1372" y="689"/>
                  <a:pt x="1282" y="773"/>
                  <a:pt x="1282" y="863"/>
                </a:cubicBezTo>
                <a:cubicBezTo>
                  <a:pt x="1199" y="767"/>
                  <a:pt x="1081" y="712"/>
                  <a:pt x="961" y="712"/>
                </a:cubicBezTo>
                <a:cubicBezTo>
                  <a:pt x="889" y="712"/>
                  <a:pt x="818" y="732"/>
                  <a:pt x="752" y="773"/>
                </a:cubicBezTo>
                <a:cubicBezTo>
                  <a:pt x="599" y="863"/>
                  <a:pt x="509" y="1059"/>
                  <a:pt x="376" y="1192"/>
                </a:cubicBezTo>
                <a:cubicBezTo>
                  <a:pt x="286" y="1261"/>
                  <a:pt x="90" y="1324"/>
                  <a:pt x="0" y="1351"/>
                </a:cubicBezTo>
                <a:lnTo>
                  <a:pt x="5694" y="1372"/>
                </a:lnTo>
                <a:cubicBezTo>
                  <a:pt x="5477" y="1324"/>
                  <a:pt x="5233" y="1282"/>
                  <a:pt x="5101" y="1038"/>
                </a:cubicBezTo>
                <a:cubicBezTo>
                  <a:pt x="5032" y="953"/>
                  <a:pt x="5011" y="842"/>
                  <a:pt x="4921" y="795"/>
                </a:cubicBezTo>
                <a:cubicBezTo>
                  <a:pt x="4895" y="775"/>
                  <a:pt x="4869" y="768"/>
                  <a:pt x="4842" y="768"/>
                </a:cubicBezTo>
                <a:cubicBezTo>
                  <a:pt x="4780" y="768"/>
                  <a:pt x="4712" y="809"/>
                  <a:pt x="4635" y="842"/>
                </a:cubicBezTo>
                <a:cubicBezTo>
                  <a:pt x="4613" y="842"/>
                  <a:pt x="4592" y="863"/>
                  <a:pt x="4571" y="863"/>
                </a:cubicBezTo>
                <a:cubicBezTo>
                  <a:pt x="4550" y="842"/>
                  <a:pt x="4550" y="821"/>
                  <a:pt x="4523" y="795"/>
                </a:cubicBezTo>
                <a:cubicBezTo>
                  <a:pt x="4460" y="689"/>
                  <a:pt x="4439" y="509"/>
                  <a:pt x="4349" y="397"/>
                </a:cubicBezTo>
                <a:cubicBezTo>
                  <a:pt x="4278" y="313"/>
                  <a:pt x="4182" y="274"/>
                  <a:pt x="4088" y="274"/>
                </a:cubicBezTo>
                <a:cubicBezTo>
                  <a:pt x="4033" y="274"/>
                  <a:pt x="3979" y="287"/>
                  <a:pt x="3930" y="313"/>
                </a:cubicBezTo>
                <a:cubicBezTo>
                  <a:pt x="3798" y="397"/>
                  <a:pt x="3708" y="556"/>
                  <a:pt x="3665" y="710"/>
                </a:cubicBezTo>
                <a:cubicBezTo>
                  <a:pt x="3554" y="599"/>
                  <a:pt x="3443" y="487"/>
                  <a:pt x="3310" y="445"/>
                </a:cubicBezTo>
                <a:cubicBezTo>
                  <a:pt x="3268" y="430"/>
                  <a:pt x="3224" y="422"/>
                  <a:pt x="3180" y="422"/>
                </a:cubicBezTo>
                <a:cubicBezTo>
                  <a:pt x="3085" y="422"/>
                  <a:pt x="2989" y="457"/>
                  <a:pt x="2913" y="530"/>
                </a:cubicBezTo>
                <a:cubicBezTo>
                  <a:pt x="2802" y="291"/>
                  <a:pt x="2627" y="27"/>
                  <a:pt x="240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412475" y="378725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69497" y="213809"/>
            <a:ext cx="645170" cy="15478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16700" y="851317"/>
            <a:ext cx="252794" cy="249582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39388" y="646153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8014638" y="48369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5"/>
          <p:cNvGrpSpPr/>
          <p:nvPr/>
        </p:nvGrpSpPr>
        <p:grpSpPr>
          <a:xfrm>
            <a:off x="7871553" y="3836915"/>
            <a:ext cx="3284189" cy="1168269"/>
            <a:chOff x="2536050" y="2210275"/>
            <a:chExt cx="5672175" cy="2017737"/>
          </a:xfrm>
        </p:grpSpPr>
        <p:sp>
          <p:nvSpPr>
            <p:cNvPr id="99" name="Google Shape;99;p5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000" y="4473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1"/>
          </p:nvPr>
        </p:nvSpPr>
        <p:spPr>
          <a:xfrm>
            <a:off x="4649988" y="2731376"/>
            <a:ext cx="3051900" cy="13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subTitle" idx="2"/>
          </p:nvPr>
        </p:nvSpPr>
        <p:spPr>
          <a:xfrm>
            <a:off x="1442100" y="2731375"/>
            <a:ext cx="3054000" cy="13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subTitle" idx="3"/>
          </p:nvPr>
        </p:nvSpPr>
        <p:spPr>
          <a:xfrm>
            <a:off x="1442112" y="2395965"/>
            <a:ext cx="3054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subTitle" idx="4"/>
          </p:nvPr>
        </p:nvSpPr>
        <p:spPr>
          <a:xfrm>
            <a:off x="4649988" y="2395974"/>
            <a:ext cx="30519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25" name="Google Shape;125;p5"/>
          <p:cNvGrpSpPr/>
          <p:nvPr/>
        </p:nvGrpSpPr>
        <p:grpSpPr>
          <a:xfrm>
            <a:off x="552994" y="3476387"/>
            <a:ext cx="841828" cy="1390596"/>
            <a:chOff x="267900" y="392875"/>
            <a:chExt cx="1039422" cy="1716785"/>
          </a:xfrm>
        </p:grpSpPr>
        <p:sp>
          <p:nvSpPr>
            <p:cNvPr id="126" name="Google Shape;126;p5"/>
            <p:cNvSpPr/>
            <p:nvPr/>
          </p:nvSpPr>
          <p:spPr>
            <a:xfrm>
              <a:off x="267900" y="392875"/>
              <a:ext cx="1039422" cy="1222831"/>
            </a:xfrm>
            <a:custGeom>
              <a:avLst/>
              <a:gdLst/>
              <a:ahLst/>
              <a:cxnLst/>
              <a:rect l="l" t="t" r="r" b="b"/>
              <a:pathLst>
                <a:path w="23638" h="27809" extrusionOk="0">
                  <a:moveTo>
                    <a:pt x="12964" y="0"/>
                  </a:moveTo>
                  <a:cubicBezTo>
                    <a:pt x="9950" y="0"/>
                    <a:pt x="7434" y="2963"/>
                    <a:pt x="7304" y="6692"/>
                  </a:cubicBezTo>
                  <a:cubicBezTo>
                    <a:pt x="7283" y="7222"/>
                    <a:pt x="7325" y="7751"/>
                    <a:pt x="7394" y="8255"/>
                  </a:cubicBezTo>
                  <a:cubicBezTo>
                    <a:pt x="6070" y="8964"/>
                    <a:pt x="4990" y="10310"/>
                    <a:pt x="4412" y="11988"/>
                  </a:cubicBezTo>
                  <a:cubicBezTo>
                    <a:pt x="4015" y="12094"/>
                    <a:pt x="3645" y="12253"/>
                    <a:pt x="3290" y="12449"/>
                  </a:cubicBezTo>
                  <a:cubicBezTo>
                    <a:pt x="620" y="13996"/>
                    <a:pt x="1" y="17920"/>
                    <a:pt x="1897" y="21209"/>
                  </a:cubicBezTo>
                  <a:cubicBezTo>
                    <a:pt x="3289" y="23613"/>
                    <a:pt x="5610" y="25016"/>
                    <a:pt x="7798" y="25016"/>
                  </a:cubicBezTo>
                  <a:cubicBezTo>
                    <a:pt x="8040" y="25016"/>
                    <a:pt x="8280" y="24999"/>
                    <a:pt x="8517" y="24964"/>
                  </a:cubicBezTo>
                  <a:cubicBezTo>
                    <a:pt x="9889" y="26728"/>
                    <a:pt x="11806" y="27808"/>
                    <a:pt x="13925" y="27808"/>
                  </a:cubicBezTo>
                  <a:cubicBezTo>
                    <a:pt x="18050" y="27808"/>
                    <a:pt x="21408" y="23725"/>
                    <a:pt x="21472" y="18651"/>
                  </a:cubicBezTo>
                  <a:cubicBezTo>
                    <a:pt x="22663" y="17438"/>
                    <a:pt x="23437" y="15627"/>
                    <a:pt x="23527" y="13577"/>
                  </a:cubicBezTo>
                  <a:cubicBezTo>
                    <a:pt x="23638" y="9891"/>
                    <a:pt x="21408" y="6798"/>
                    <a:pt x="18474" y="6512"/>
                  </a:cubicBezTo>
                  <a:cubicBezTo>
                    <a:pt x="18363" y="2958"/>
                    <a:pt x="16064" y="93"/>
                    <a:pt x="13130" y="3"/>
                  </a:cubicBezTo>
                  <a:cubicBezTo>
                    <a:pt x="13075" y="1"/>
                    <a:pt x="13019" y="0"/>
                    <a:pt x="12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861804" y="1126611"/>
              <a:ext cx="80602" cy="983049"/>
            </a:xfrm>
            <a:custGeom>
              <a:avLst/>
              <a:gdLst/>
              <a:ahLst/>
              <a:cxnLst/>
              <a:rect l="l" t="t" r="r" b="b"/>
              <a:pathLst>
                <a:path w="1833" h="22356" extrusionOk="0">
                  <a:moveTo>
                    <a:pt x="705" y="0"/>
                  </a:moveTo>
                  <a:lnTo>
                    <a:pt x="0" y="22356"/>
                  </a:lnTo>
                  <a:lnTo>
                    <a:pt x="0" y="22356"/>
                  </a:lnTo>
                  <a:lnTo>
                    <a:pt x="1833" y="2228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5"/>
          <p:cNvSpPr/>
          <p:nvPr/>
        </p:nvSpPr>
        <p:spPr>
          <a:xfrm>
            <a:off x="8702325" y="-45775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 rot="10800000">
            <a:off x="-25576" y="1044981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8101163" y="52125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-69775" y="165425"/>
            <a:ext cx="1259352" cy="300351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824751" y="465768"/>
            <a:ext cx="612062" cy="147480"/>
          </a:xfrm>
          <a:custGeom>
            <a:avLst/>
            <a:gdLst/>
            <a:ahLst/>
            <a:cxnLst/>
            <a:rect l="l" t="t" r="r" b="b"/>
            <a:pathLst>
              <a:path w="5694" h="1372" extrusionOk="0">
                <a:moveTo>
                  <a:pt x="2405" y="0"/>
                </a:moveTo>
                <a:cubicBezTo>
                  <a:pt x="2251" y="0"/>
                  <a:pt x="2119" y="90"/>
                  <a:pt x="2034" y="201"/>
                </a:cubicBezTo>
                <a:cubicBezTo>
                  <a:pt x="1875" y="334"/>
                  <a:pt x="1790" y="530"/>
                  <a:pt x="1722" y="752"/>
                </a:cubicBezTo>
                <a:cubicBezTo>
                  <a:pt x="1637" y="710"/>
                  <a:pt x="1547" y="662"/>
                  <a:pt x="1457" y="662"/>
                </a:cubicBezTo>
                <a:cubicBezTo>
                  <a:pt x="1372" y="689"/>
                  <a:pt x="1282" y="773"/>
                  <a:pt x="1282" y="863"/>
                </a:cubicBezTo>
                <a:cubicBezTo>
                  <a:pt x="1199" y="767"/>
                  <a:pt x="1081" y="712"/>
                  <a:pt x="961" y="712"/>
                </a:cubicBezTo>
                <a:cubicBezTo>
                  <a:pt x="889" y="712"/>
                  <a:pt x="818" y="732"/>
                  <a:pt x="752" y="773"/>
                </a:cubicBezTo>
                <a:cubicBezTo>
                  <a:pt x="599" y="863"/>
                  <a:pt x="509" y="1059"/>
                  <a:pt x="376" y="1192"/>
                </a:cubicBezTo>
                <a:cubicBezTo>
                  <a:pt x="286" y="1261"/>
                  <a:pt x="90" y="1324"/>
                  <a:pt x="0" y="1351"/>
                </a:cubicBezTo>
                <a:lnTo>
                  <a:pt x="5694" y="1372"/>
                </a:lnTo>
                <a:cubicBezTo>
                  <a:pt x="5477" y="1324"/>
                  <a:pt x="5233" y="1282"/>
                  <a:pt x="5101" y="1038"/>
                </a:cubicBezTo>
                <a:cubicBezTo>
                  <a:pt x="5032" y="953"/>
                  <a:pt x="5011" y="842"/>
                  <a:pt x="4921" y="795"/>
                </a:cubicBezTo>
                <a:cubicBezTo>
                  <a:pt x="4895" y="775"/>
                  <a:pt x="4869" y="768"/>
                  <a:pt x="4842" y="768"/>
                </a:cubicBezTo>
                <a:cubicBezTo>
                  <a:pt x="4780" y="768"/>
                  <a:pt x="4712" y="809"/>
                  <a:pt x="4635" y="842"/>
                </a:cubicBezTo>
                <a:cubicBezTo>
                  <a:pt x="4613" y="842"/>
                  <a:pt x="4592" y="863"/>
                  <a:pt x="4571" y="863"/>
                </a:cubicBezTo>
                <a:cubicBezTo>
                  <a:pt x="4550" y="842"/>
                  <a:pt x="4550" y="821"/>
                  <a:pt x="4523" y="795"/>
                </a:cubicBezTo>
                <a:cubicBezTo>
                  <a:pt x="4460" y="689"/>
                  <a:pt x="4439" y="509"/>
                  <a:pt x="4349" y="397"/>
                </a:cubicBezTo>
                <a:cubicBezTo>
                  <a:pt x="4278" y="313"/>
                  <a:pt x="4182" y="274"/>
                  <a:pt x="4088" y="274"/>
                </a:cubicBezTo>
                <a:cubicBezTo>
                  <a:pt x="4033" y="274"/>
                  <a:pt x="3979" y="287"/>
                  <a:pt x="3930" y="313"/>
                </a:cubicBezTo>
                <a:cubicBezTo>
                  <a:pt x="3798" y="397"/>
                  <a:pt x="3708" y="556"/>
                  <a:pt x="3665" y="710"/>
                </a:cubicBezTo>
                <a:cubicBezTo>
                  <a:pt x="3554" y="599"/>
                  <a:pt x="3443" y="487"/>
                  <a:pt x="3310" y="445"/>
                </a:cubicBezTo>
                <a:cubicBezTo>
                  <a:pt x="3268" y="430"/>
                  <a:pt x="3224" y="422"/>
                  <a:pt x="3180" y="422"/>
                </a:cubicBezTo>
                <a:cubicBezTo>
                  <a:pt x="3085" y="422"/>
                  <a:pt x="2989" y="457"/>
                  <a:pt x="2913" y="530"/>
                </a:cubicBezTo>
                <a:cubicBezTo>
                  <a:pt x="2802" y="291"/>
                  <a:pt x="2627" y="27"/>
                  <a:pt x="240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79863" y="601778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566075" y="735275"/>
            <a:ext cx="250671" cy="247440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 flipH="1">
            <a:off x="3919600" y="721375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title"/>
          </p:nvPr>
        </p:nvSpPr>
        <p:spPr>
          <a:xfrm>
            <a:off x="1253300" y="990150"/>
            <a:ext cx="38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7"/>
          <p:cNvSpPr txBox="1">
            <a:spLocks noGrp="1"/>
          </p:cNvSpPr>
          <p:nvPr>
            <p:ph type="subTitle" idx="1"/>
          </p:nvPr>
        </p:nvSpPr>
        <p:spPr>
          <a:xfrm>
            <a:off x="1253300" y="1562838"/>
            <a:ext cx="3862500" cy="17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7"/>
          <p:cNvSpPr>
            <a:spLocks noGrp="1"/>
          </p:cNvSpPr>
          <p:nvPr>
            <p:ph type="pic" idx="2"/>
          </p:nvPr>
        </p:nvSpPr>
        <p:spPr>
          <a:xfrm>
            <a:off x="5591353" y="711857"/>
            <a:ext cx="2682600" cy="3406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6" name="Google Shape;176;p7"/>
          <p:cNvGrpSpPr/>
          <p:nvPr/>
        </p:nvGrpSpPr>
        <p:grpSpPr>
          <a:xfrm>
            <a:off x="8567745" y="3824967"/>
            <a:ext cx="841821" cy="1082123"/>
            <a:chOff x="1307321" y="654999"/>
            <a:chExt cx="1131632" cy="1454661"/>
          </a:xfrm>
        </p:grpSpPr>
        <p:sp>
          <p:nvSpPr>
            <p:cNvPr id="177" name="Google Shape;177;p7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519507" y="3476387"/>
            <a:ext cx="841828" cy="1390596"/>
            <a:chOff x="267900" y="392875"/>
            <a:chExt cx="1039422" cy="1716785"/>
          </a:xfrm>
        </p:grpSpPr>
        <p:sp>
          <p:nvSpPr>
            <p:cNvPr id="180" name="Google Shape;180;p7"/>
            <p:cNvSpPr/>
            <p:nvPr/>
          </p:nvSpPr>
          <p:spPr>
            <a:xfrm>
              <a:off x="267900" y="392875"/>
              <a:ext cx="1039422" cy="1222831"/>
            </a:xfrm>
            <a:custGeom>
              <a:avLst/>
              <a:gdLst/>
              <a:ahLst/>
              <a:cxnLst/>
              <a:rect l="l" t="t" r="r" b="b"/>
              <a:pathLst>
                <a:path w="23638" h="27809" extrusionOk="0">
                  <a:moveTo>
                    <a:pt x="12964" y="0"/>
                  </a:moveTo>
                  <a:cubicBezTo>
                    <a:pt x="9950" y="0"/>
                    <a:pt x="7434" y="2963"/>
                    <a:pt x="7304" y="6692"/>
                  </a:cubicBezTo>
                  <a:cubicBezTo>
                    <a:pt x="7283" y="7222"/>
                    <a:pt x="7325" y="7751"/>
                    <a:pt x="7394" y="8255"/>
                  </a:cubicBezTo>
                  <a:cubicBezTo>
                    <a:pt x="6070" y="8964"/>
                    <a:pt x="4990" y="10310"/>
                    <a:pt x="4412" y="11988"/>
                  </a:cubicBezTo>
                  <a:cubicBezTo>
                    <a:pt x="4015" y="12094"/>
                    <a:pt x="3645" y="12253"/>
                    <a:pt x="3290" y="12449"/>
                  </a:cubicBezTo>
                  <a:cubicBezTo>
                    <a:pt x="620" y="13996"/>
                    <a:pt x="1" y="17920"/>
                    <a:pt x="1897" y="21209"/>
                  </a:cubicBezTo>
                  <a:cubicBezTo>
                    <a:pt x="3289" y="23613"/>
                    <a:pt x="5610" y="25016"/>
                    <a:pt x="7798" y="25016"/>
                  </a:cubicBezTo>
                  <a:cubicBezTo>
                    <a:pt x="8040" y="25016"/>
                    <a:pt x="8280" y="24999"/>
                    <a:pt x="8517" y="24964"/>
                  </a:cubicBezTo>
                  <a:cubicBezTo>
                    <a:pt x="9889" y="26728"/>
                    <a:pt x="11806" y="27808"/>
                    <a:pt x="13925" y="27808"/>
                  </a:cubicBezTo>
                  <a:cubicBezTo>
                    <a:pt x="18050" y="27808"/>
                    <a:pt x="21408" y="23725"/>
                    <a:pt x="21472" y="18651"/>
                  </a:cubicBezTo>
                  <a:cubicBezTo>
                    <a:pt x="22663" y="17438"/>
                    <a:pt x="23437" y="15627"/>
                    <a:pt x="23527" y="13577"/>
                  </a:cubicBezTo>
                  <a:cubicBezTo>
                    <a:pt x="23638" y="9891"/>
                    <a:pt x="21408" y="6798"/>
                    <a:pt x="18474" y="6512"/>
                  </a:cubicBezTo>
                  <a:cubicBezTo>
                    <a:pt x="18363" y="2958"/>
                    <a:pt x="16064" y="93"/>
                    <a:pt x="13130" y="3"/>
                  </a:cubicBezTo>
                  <a:cubicBezTo>
                    <a:pt x="13075" y="1"/>
                    <a:pt x="13019" y="0"/>
                    <a:pt x="12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61804" y="1126611"/>
              <a:ext cx="80602" cy="983049"/>
            </a:xfrm>
            <a:custGeom>
              <a:avLst/>
              <a:gdLst/>
              <a:ahLst/>
              <a:cxnLst/>
              <a:rect l="l" t="t" r="r" b="b"/>
              <a:pathLst>
                <a:path w="1833" h="22356" extrusionOk="0">
                  <a:moveTo>
                    <a:pt x="705" y="0"/>
                  </a:moveTo>
                  <a:lnTo>
                    <a:pt x="0" y="22356"/>
                  </a:lnTo>
                  <a:lnTo>
                    <a:pt x="0" y="22356"/>
                  </a:lnTo>
                  <a:lnTo>
                    <a:pt x="1833" y="2228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7"/>
          <p:cNvSpPr/>
          <p:nvPr/>
        </p:nvSpPr>
        <p:spPr>
          <a:xfrm>
            <a:off x="8702325" y="-45775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 rot="10800000">
            <a:off x="-25576" y="1044981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184102" y="287102"/>
            <a:ext cx="1046554" cy="251064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8284112" y="1216002"/>
            <a:ext cx="1035824" cy="249574"/>
          </a:xfrm>
          <a:custGeom>
            <a:avLst/>
            <a:gdLst/>
            <a:ahLst/>
            <a:cxnLst/>
            <a:rect l="l" t="t" r="r" b="b"/>
            <a:pathLst>
              <a:path w="5694" h="1372" extrusionOk="0">
                <a:moveTo>
                  <a:pt x="2405" y="0"/>
                </a:moveTo>
                <a:cubicBezTo>
                  <a:pt x="2251" y="0"/>
                  <a:pt x="2119" y="90"/>
                  <a:pt x="2034" y="201"/>
                </a:cubicBezTo>
                <a:cubicBezTo>
                  <a:pt x="1875" y="334"/>
                  <a:pt x="1790" y="530"/>
                  <a:pt x="1722" y="752"/>
                </a:cubicBezTo>
                <a:cubicBezTo>
                  <a:pt x="1637" y="710"/>
                  <a:pt x="1547" y="662"/>
                  <a:pt x="1457" y="662"/>
                </a:cubicBezTo>
                <a:cubicBezTo>
                  <a:pt x="1372" y="689"/>
                  <a:pt x="1282" y="773"/>
                  <a:pt x="1282" y="863"/>
                </a:cubicBezTo>
                <a:cubicBezTo>
                  <a:pt x="1199" y="767"/>
                  <a:pt x="1081" y="712"/>
                  <a:pt x="961" y="712"/>
                </a:cubicBezTo>
                <a:cubicBezTo>
                  <a:pt x="889" y="712"/>
                  <a:pt x="818" y="732"/>
                  <a:pt x="752" y="773"/>
                </a:cubicBezTo>
                <a:cubicBezTo>
                  <a:pt x="599" y="863"/>
                  <a:pt x="509" y="1059"/>
                  <a:pt x="376" y="1192"/>
                </a:cubicBezTo>
                <a:cubicBezTo>
                  <a:pt x="286" y="1261"/>
                  <a:pt x="90" y="1324"/>
                  <a:pt x="0" y="1351"/>
                </a:cubicBezTo>
                <a:lnTo>
                  <a:pt x="5694" y="1372"/>
                </a:lnTo>
                <a:cubicBezTo>
                  <a:pt x="5477" y="1324"/>
                  <a:pt x="5233" y="1282"/>
                  <a:pt x="5101" y="1038"/>
                </a:cubicBezTo>
                <a:cubicBezTo>
                  <a:pt x="5032" y="953"/>
                  <a:pt x="5011" y="842"/>
                  <a:pt x="4921" y="795"/>
                </a:cubicBezTo>
                <a:cubicBezTo>
                  <a:pt x="4895" y="775"/>
                  <a:pt x="4869" y="768"/>
                  <a:pt x="4842" y="768"/>
                </a:cubicBezTo>
                <a:cubicBezTo>
                  <a:pt x="4780" y="768"/>
                  <a:pt x="4712" y="809"/>
                  <a:pt x="4635" y="842"/>
                </a:cubicBezTo>
                <a:cubicBezTo>
                  <a:pt x="4613" y="842"/>
                  <a:pt x="4592" y="863"/>
                  <a:pt x="4571" y="863"/>
                </a:cubicBezTo>
                <a:cubicBezTo>
                  <a:pt x="4550" y="842"/>
                  <a:pt x="4550" y="821"/>
                  <a:pt x="4523" y="795"/>
                </a:cubicBezTo>
                <a:cubicBezTo>
                  <a:pt x="4460" y="689"/>
                  <a:pt x="4439" y="509"/>
                  <a:pt x="4349" y="397"/>
                </a:cubicBezTo>
                <a:cubicBezTo>
                  <a:pt x="4278" y="313"/>
                  <a:pt x="4182" y="274"/>
                  <a:pt x="4088" y="274"/>
                </a:cubicBezTo>
                <a:cubicBezTo>
                  <a:pt x="4033" y="274"/>
                  <a:pt x="3979" y="287"/>
                  <a:pt x="3930" y="313"/>
                </a:cubicBezTo>
                <a:cubicBezTo>
                  <a:pt x="3798" y="397"/>
                  <a:pt x="3708" y="556"/>
                  <a:pt x="3665" y="710"/>
                </a:cubicBezTo>
                <a:cubicBezTo>
                  <a:pt x="3554" y="599"/>
                  <a:pt x="3443" y="487"/>
                  <a:pt x="3310" y="445"/>
                </a:cubicBezTo>
                <a:cubicBezTo>
                  <a:pt x="3268" y="430"/>
                  <a:pt x="3224" y="422"/>
                  <a:pt x="3180" y="422"/>
                </a:cubicBezTo>
                <a:cubicBezTo>
                  <a:pt x="3085" y="422"/>
                  <a:pt x="2989" y="457"/>
                  <a:pt x="2913" y="530"/>
                </a:cubicBezTo>
                <a:cubicBezTo>
                  <a:pt x="2802" y="291"/>
                  <a:pt x="2627" y="27"/>
                  <a:pt x="240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-10612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14"/>
          <p:cNvGrpSpPr/>
          <p:nvPr/>
        </p:nvGrpSpPr>
        <p:grpSpPr>
          <a:xfrm flipH="1">
            <a:off x="861045" y="3609489"/>
            <a:ext cx="991649" cy="1274574"/>
            <a:chOff x="1307321" y="654999"/>
            <a:chExt cx="1131632" cy="1454661"/>
          </a:xfrm>
        </p:grpSpPr>
        <p:sp>
          <p:nvSpPr>
            <p:cNvPr id="273" name="Google Shape;273;p14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14"/>
          <p:cNvSpPr/>
          <p:nvPr/>
        </p:nvSpPr>
        <p:spPr>
          <a:xfrm>
            <a:off x="5676888" y="129850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-430600" y="1640224"/>
            <a:ext cx="1046547" cy="249598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"/>
          <p:cNvSpPr/>
          <p:nvPr/>
        </p:nvSpPr>
        <p:spPr>
          <a:xfrm flipH="1">
            <a:off x="-2020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7767588" y="489265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8109046" y="239698"/>
            <a:ext cx="252794" cy="249582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title"/>
          </p:nvPr>
        </p:nvSpPr>
        <p:spPr>
          <a:xfrm>
            <a:off x="4314950" y="1465575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4"/>
          <p:cNvSpPr txBox="1">
            <a:spLocks noGrp="1"/>
          </p:cNvSpPr>
          <p:nvPr>
            <p:ph type="subTitle" idx="1"/>
          </p:nvPr>
        </p:nvSpPr>
        <p:spPr>
          <a:xfrm>
            <a:off x="4314950" y="2038275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2600997" y="1485447"/>
            <a:ext cx="645170" cy="15478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"/>
          <p:cNvSpPr/>
          <p:nvPr/>
        </p:nvSpPr>
        <p:spPr>
          <a:xfrm rot="10800000" flipH="1">
            <a:off x="8702325" y="1078625"/>
            <a:ext cx="475178" cy="4130850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"/>
          <p:cNvSpPr/>
          <p:nvPr/>
        </p:nvSpPr>
        <p:spPr>
          <a:xfrm flipH="1">
            <a:off x="-33672" y="-30354"/>
            <a:ext cx="441750" cy="4098509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3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/>
          <p:nvPr/>
        </p:nvSpPr>
        <p:spPr>
          <a:xfrm>
            <a:off x="3425925" y="-30350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flipH="1"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16"/>
          <p:cNvGrpSpPr/>
          <p:nvPr/>
        </p:nvGrpSpPr>
        <p:grpSpPr>
          <a:xfrm>
            <a:off x="2216420" y="3818242"/>
            <a:ext cx="841821" cy="1082123"/>
            <a:chOff x="1307321" y="654999"/>
            <a:chExt cx="1131632" cy="1454661"/>
          </a:xfrm>
        </p:grpSpPr>
        <p:sp>
          <p:nvSpPr>
            <p:cNvPr id="330" name="Google Shape;330;p16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6"/>
          <p:cNvSpPr txBox="1">
            <a:spLocks noGrp="1"/>
          </p:cNvSpPr>
          <p:nvPr>
            <p:ph type="subTitle" idx="1"/>
          </p:nvPr>
        </p:nvSpPr>
        <p:spPr>
          <a:xfrm>
            <a:off x="2437350" y="1245425"/>
            <a:ext cx="42693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34" name="Google Shape;334;p16"/>
          <p:cNvGrpSpPr/>
          <p:nvPr/>
        </p:nvGrpSpPr>
        <p:grpSpPr>
          <a:xfrm flipH="1">
            <a:off x="7355845" y="3869642"/>
            <a:ext cx="841821" cy="1082123"/>
            <a:chOff x="1307321" y="654999"/>
            <a:chExt cx="1131632" cy="1454661"/>
          </a:xfrm>
        </p:grpSpPr>
        <p:sp>
          <p:nvSpPr>
            <p:cNvPr id="335" name="Google Shape;335;p16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16"/>
          <p:cNvSpPr/>
          <p:nvPr/>
        </p:nvSpPr>
        <p:spPr>
          <a:xfrm>
            <a:off x="8246700" y="1618425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8553938" y="1372753"/>
            <a:ext cx="248824" cy="2456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6"/>
          <p:cNvSpPr/>
          <p:nvPr/>
        </p:nvSpPr>
        <p:spPr>
          <a:xfrm rot="10800000" flipH="1">
            <a:off x="8702325" y="1078625"/>
            <a:ext cx="475178" cy="4130850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6"/>
          <p:cNvSpPr/>
          <p:nvPr/>
        </p:nvSpPr>
        <p:spPr>
          <a:xfrm flipH="1">
            <a:off x="-33672" y="-30354"/>
            <a:ext cx="441750" cy="4098509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-1096887" y="48369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2" name="Google Shape;342;p16"/>
          <p:cNvGrpSpPr/>
          <p:nvPr/>
        </p:nvGrpSpPr>
        <p:grpSpPr>
          <a:xfrm flipH="1">
            <a:off x="-1340160" y="3843765"/>
            <a:ext cx="3284189" cy="1168269"/>
            <a:chOff x="2536050" y="2210275"/>
            <a:chExt cx="5672175" cy="2017737"/>
          </a:xfrm>
        </p:grpSpPr>
        <p:sp>
          <p:nvSpPr>
            <p:cNvPr id="343" name="Google Shape;343;p16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/>
          <p:nvPr/>
        </p:nvSpPr>
        <p:spPr>
          <a:xfrm>
            <a:off x="8327200" y="286827"/>
            <a:ext cx="1035824" cy="249574"/>
          </a:xfrm>
          <a:custGeom>
            <a:avLst/>
            <a:gdLst/>
            <a:ahLst/>
            <a:cxnLst/>
            <a:rect l="l" t="t" r="r" b="b"/>
            <a:pathLst>
              <a:path w="5694" h="1372" extrusionOk="0">
                <a:moveTo>
                  <a:pt x="2405" y="0"/>
                </a:moveTo>
                <a:cubicBezTo>
                  <a:pt x="2251" y="0"/>
                  <a:pt x="2119" y="90"/>
                  <a:pt x="2034" y="201"/>
                </a:cubicBezTo>
                <a:cubicBezTo>
                  <a:pt x="1875" y="334"/>
                  <a:pt x="1790" y="530"/>
                  <a:pt x="1722" y="752"/>
                </a:cubicBezTo>
                <a:cubicBezTo>
                  <a:pt x="1637" y="710"/>
                  <a:pt x="1547" y="662"/>
                  <a:pt x="1457" y="662"/>
                </a:cubicBezTo>
                <a:cubicBezTo>
                  <a:pt x="1372" y="689"/>
                  <a:pt x="1282" y="773"/>
                  <a:pt x="1282" y="863"/>
                </a:cubicBezTo>
                <a:cubicBezTo>
                  <a:pt x="1199" y="767"/>
                  <a:pt x="1081" y="712"/>
                  <a:pt x="961" y="712"/>
                </a:cubicBezTo>
                <a:cubicBezTo>
                  <a:pt x="889" y="712"/>
                  <a:pt x="818" y="732"/>
                  <a:pt x="752" y="773"/>
                </a:cubicBezTo>
                <a:cubicBezTo>
                  <a:pt x="599" y="863"/>
                  <a:pt x="509" y="1059"/>
                  <a:pt x="376" y="1192"/>
                </a:cubicBezTo>
                <a:cubicBezTo>
                  <a:pt x="286" y="1261"/>
                  <a:pt x="90" y="1324"/>
                  <a:pt x="0" y="1351"/>
                </a:cubicBezTo>
                <a:lnTo>
                  <a:pt x="5694" y="1372"/>
                </a:lnTo>
                <a:cubicBezTo>
                  <a:pt x="5477" y="1324"/>
                  <a:pt x="5233" y="1282"/>
                  <a:pt x="5101" y="1038"/>
                </a:cubicBezTo>
                <a:cubicBezTo>
                  <a:pt x="5032" y="953"/>
                  <a:pt x="5011" y="842"/>
                  <a:pt x="4921" y="795"/>
                </a:cubicBezTo>
                <a:cubicBezTo>
                  <a:pt x="4895" y="775"/>
                  <a:pt x="4869" y="768"/>
                  <a:pt x="4842" y="768"/>
                </a:cubicBezTo>
                <a:cubicBezTo>
                  <a:pt x="4780" y="768"/>
                  <a:pt x="4712" y="809"/>
                  <a:pt x="4635" y="842"/>
                </a:cubicBezTo>
                <a:cubicBezTo>
                  <a:pt x="4613" y="842"/>
                  <a:pt x="4592" y="863"/>
                  <a:pt x="4571" y="863"/>
                </a:cubicBezTo>
                <a:cubicBezTo>
                  <a:pt x="4550" y="842"/>
                  <a:pt x="4550" y="821"/>
                  <a:pt x="4523" y="795"/>
                </a:cubicBezTo>
                <a:cubicBezTo>
                  <a:pt x="4460" y="689"/>
                  <a:pt x="4439" y="509"/>
                  <a:pt x="4349" y="397"/>
                </a:cubicBezTo>
                <a:cubicBezTo>
                  <a:pt x="4278" y="313"/>
                  <a:pt x="4182" y="274"/>
                  <a:pt x="4088" y="274"/>
                </a:cubicBezTo>
                <a:cubicBezTo>
                  <a:pt x="4033" y="274"/>
                  <a:pt x="3979" y="287"/>
                  <a:pt x="3930" y="313"/>
                </a:cubicBezTo>
                <a:cubicBezTo>
                  <a:pt x="3798" y="397"/>
                  <a:pt x="3708" y="556"/>
                  <a:pt x="3665" y="710"/>
                </a:cubicBezTo>
                <a:cubicBezTo>
                  <a:pt x="3554" y="599"/>
                  <a:pt x="3443" y="487"/>
                  <a:pt x="3310" y="445"/>
                </a:cubicBezTo>
                <a:cubicBezTo>
                  <a:pt x="3268" y="430"/>
                  <a:pt x="3224" y="422"/>
                  <a:pt x="3180" y="422"/>
                </a:cubicBezTo>
                <a:cubicBezTo>
                  <a:pt x="3085" y="422"/>
                  <a:pt x="2989" y="457"/>
                  <a:pt x="2913" y="530"/>
                </a:cubicBezTo>
                <a:cubicBezTo>
                  <a:pt x="2802" y="291"/>
                  <a:pt x="2627" y="27"/>
                  <a:pt x="240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-10612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1" name="Google Shape;411;p18"/>
          <p:cNvGrpSpPr/>
          <p:nvPr/>
        </p:nvGrpSpPr>
        <p:grpSpPr>
          <a:xfrm>
            <a:off x="107020" y="3609489"/>
            <a:ext cx="991649" cy="1274574"/>
            <a:chOff x="1307321" y="654999"/>
            <a:chExt cx="1131632" cy="1454661"/>
          </a:xfrm>
        </p:grpSpPr>
        <p:sp>
          <p:nvSpPr>
            <p:cNvPr id="412" name="Google Shape;412;p18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18"/>
          <p:cNvSpPr/>
          <p:nvPr/>
        </p:nvSpPr>
        <p:spPr>
          <a:xfrm>
            <a:off x="7373438" y="1135662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-282500" y="1287024"/>
            <a:ext cx="1046547" cy="249598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"/>
          <p:cNvSpPr/>
          <p:nvPr/>
        </p:nvSpPr>
        <p:spPr>
          <a:xfrm flipH="1">
            <a:off x="-2020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18"/>
          <p:cNvSpPr txBox="1">
            <a:spLocks noGrp="1"/>
          </p:cNvSpPr>
          <p:nvPr>
            <p:ph type="subTitle" idx="1"/>
          </p:nvPr>
        </p:nvSpPr>
        <p:spPr>
          <a:xfrm>
            <a:off x="1513799" y="16133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18"/>
          <p:cNvSpPr txBox="1">
            <a:spLocks noGrp="1"/>
          </p:cNvSpPr>
          <p:nvPr>
            <p:ph type="subTitle" idx="2"/>
          </p:nvPr>
        </p:nvSpPr>
        <p:spPr>
          <a:xfrm>
            <a:off x="5492751" y="16133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18"/>
          <p:cNvSpPr txBox="1">
            <a:spLocks noGrp="1"/>
          </p:cNvSpPr>
          <p:nvPr>
            <p:ph type="subTitle" idx="3"/>
          </p:nvPr>
        </p:nvSpPr>
        <p:spPr>
          <a:xfrm>
            <a:off x="1513799" y="3274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18"/>
          <p:cNvSpPr txBox="1">
            <a:spLocks noGrp="1"/>
          </p:cNvSpPr>
          <p:nvPr>
            <p:ph type="subTitle" idx="4"/>
          </p:nvPr>
        </p:nvSpPr>
        <p:spPr>
          <a:xfrm>
            <a:off x="5492751" y="3274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8"/>
          <p:cNvSpPr txBox="1">
            <a:spLocks noGrp="1"/>
          </p:cNvSpPr>
          <p:nvPr>
            <p:ph type="subTitle" idx="5"/>
          </p:nvPr>
        </p:nvSpPr>
        <p:spPr>
          <a:xfrm>
            <a:off x="1513799" y="1277975"/>
            <a:ext cx="2811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3" name="Google Shape;423;p18"/>
          <p:cNvSpPr txBox="1">
            <a:spLocks noGrp="1"/>
          </p:cNvSpPr>
          <p:nvPr>
            <p:ph type="subTitle" idx="6"/>
          </p:nvPr>
        </p:nvSpPr>
        <p:spPr>
          <a:xfrm>
            <a:off x="1513799" y="2938625"/>
            <a:ext cx="2811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4" name="Google Shape;424;p18"/>
          <p:cNvSpPr txBox="1">
            <a:spLocks noGrp="1"/>
          </p:cNvSpPr>
          <p:nvPr>
            <p:ph type="subTitle" idx="7"/>
          </p:nvPr>
        </p:nvSpPr>
        <p:spPr>
          <a:xfrm>
            <a:off x="5492724" y="1277975"/>
            <a:ext cx="2811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5" name="Google Shape;425;p18"/>
          <p:cNvSpPr txBox="1">
            <a:spLocks noGrp="1"/>
          </p:cNvSpPr>
          <p:nvPr>
            <p:ph type="subTitle" idx="8"/>
          </p:nvPr>
        </p:nvSpPr>
        <p:spPr>
          <a:xfrm>
            <a:off x="5492724" y="2938625"/>
            <a:ext cx="28110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2062422" y="153422"/>
            <a:ext cx="645170" cy="15478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7312325" y="48369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8" name="Google Shape;428;p18"/>
          <p:cNvGrpSpPr/>
          <p:nvPr/>
        </p:nvGrpSpPr>
        <p:grpSpPr>
          <a:xfrm>
            <a:off x="7309340" y="3843765"/>
            <a:ext cx="3284189" cy="1168269"/>
            <a:chOff x="2536050" y="2210275"/>
            <a:chExt cx="5672175" cy="2017737"/>
          </a:xfrm>
        </p:grpSpPr>
        <p:sp>
          <p:nvSpPr>
            <p:cNvPr id="429" name="Google Shape;429;p18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" name="Google Shape;450;p18"/>
          <p:cNvSpPr/>
          <p:nvPr/>
        </p:nvSpPr>
        <p:spPr>
          <a:xfrm>
            <a:off x="624563" y="536390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966021" y="286823"/>
            <a:ext cx="252794" cy="249582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8702325" y="-45775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8"/>
          <p:cNvSpPr/>
          <p:nvPr/>
        </p:nvSpPr>
        <p:spPr>
          <a:xfrm rot="10800000">
            <a:off x="-25576" y="1044981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9"/>
          <p:cNvSpPr/>
          <p:nvPr/>
        </p:nvSpPr>
        <p:spPr>
          <a:xfrm flipH="1"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8576225" y="1374650"/>
            <a:ext cx="1259352" cy="300351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6822063" y="256850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9"/>
          <p:cNvSpPr/>
          <p:nvPr/>
        </p:nvSpPr>
        <p:spPr>
          <a:xfrm flipH="1">
            <a:off x="2466088" y="212775"/>
            <a:ext cx="841871" cy="20194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19"/>
          <p:cNvSpPr txBox="1">
            <a:spLocks noGrp="1"/>
          </p:cNvSpPr>
          <p:nvPr>
            <p:ph type="subTitle" idx="1"/>
          </p:nvPr>
        </p:nvSpPr>
        <p:spPr>
          <a:xfrm>
            <a:off x="1382096" y="1615011"/>
            <a:ext cx="1828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9"/>
          <p:cNvSpPr txBox="1">
            <a:spLocks noGrp="1"/>
          </p:cNvSpPr>
          <p:nvPr>
            <p:ph type="subTitle" idx="2"/>
          </p:nvPr>
        </p:nvSpPr>
        <p:spPr>
          <a:xfrm>
            <a:off x="4012496" y="1615011"/>
            <a:ext cx="1828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19"/>
          <p:cNvSpPr txBox="1">
            <a:spLocks noGrp="1"/>
          </p:cNvSpPr>
          <p:nvPr>
            <p:ph type="subTitle" idx="3"/>
          </p:nvPr>
        </p:nvSpPr>
        <p:spPr>
          <a:xfrm>
            <a:off x="1382096" y="3342075"/>
            <a:ext cx="1828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19"/>
          <p:cNvSpPr txBox="1">
            <a:spLocks noGrp="1"/>
          </p:cNvSpPr>
          <p:nvPr>
            <p:ph type="subTitle" idx="4"/>
          </p:nvPr>
        </p:nvSpPr>
        <p:spPr>
          <a:xfrm>
            <a:off x="4012496" y="3342075"/>
            <a:ext cx="1828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19"/>
          <p:cNvSpPr txBox="1">
            <a:spLocks noGrp="1"/>
          </p:cNvSpPr>
          <p:nvPr>
            <p:ph type="subTitle" idx="5"/>
          </p:nvPr>
        </p:nvSpPr>
        <p:spPr>
          <a:xfrm>
            <a:off x="6642892" y="1615011"/>
            <a:ext cx="1828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9"/>
          <p:cNvSpPr txBox="1">
            <a:spLocks noGrp="1"/>
          </p:cNvSpPr>
          <p:nvPr>
            <p:ph type="subTitle" idx="6"/>
          </p:nvPr>
        </p:nvSpPr>
        <p:spPr>
          <a:xfrm>
            <a:off x="6642892" y="3342075"/>
            <a:ext cx="18288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9"/>
          <p:cNvSpPr txBox="1">
            <a:spLocks noGrp="1"/>
          </p:cNvSpPr>
          <p:nvPr>
            <p:ph type="subTitle" idx="7"/>
          </p:nvPr>
        </p:nvSpPr>
        <p:spPr>
          <a:xfrm>
            <a:off x="1385692" y="1279588"/>
            <a:ext cx="18216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8" name="Google Shape;468;p19"/>
          <p:cNvSpPr txBox="1">
            <a:spLocks noGrp="1"/>
          </p:cNvSpPr>
          <p:nvPr>
            <p:ph type="subTitle" idx="8"/>
          </p:nvPr>
        </p:nvSpPr>
        <p:spPr>
          <a:xfrm>
            <a:off x="4016088" y="1279588"/>
            <a:ext cx="18216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subTitle" idx="9"/>
          </p:nvPr>
        </p:nvSpPr>
        <p:spPr>
          <a:xfrm>
            <a:off x="6646482" y="1279588"/>
            <a:ext cx="18216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3"/>
          </p:nvPr>
        </p:nvSpPr>
        <p:spPr>
          <a:xfrm>
            <a:off x="1385692" y="3006675"/>
            <a:ext cx="18216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1" name="Google Shape;471;p19"/>
          <p:cNvSpPr txBox="1">
            <a:spLocks noGrp="1"/>
          </p:cNvSpPr>
          <p:nvPr>
            <p:ph type="subTitle" idx="14"/>
          </p:nvPr>
        </p:nvSpPr>
        <p:spPr>
          <a:xfrm>
            <a:off x="4016088" y="3006675"/>
            <a:ext cx="18216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2" name="Google Shape;472;p19"/>
          <p:cNvSpPr txBox="1">
            <a:spLocks noGrp="1"/>
          </p:cNvSpPr>
          <p:nvPr>
            <p:ph type="subTitle" idx="15"/>
          </p:nvPr>
        </p:nvSpPr>
        <p:spPr>
          <a:xfrm>
            <a:off x="6646481" y="3006675"/>
            <a:ext cx="18216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8759213" y="482628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8469721" y="233036"/>
            <a:ext cx="252794" cy="249582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-1780270" y="4866986"/>
            <a:ext cx="3044743" cy="146165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9"/>
          <p:cNvSpPr/>
          <p:nvPr/>
        </p:nvSpPr>
        <p:spPr>
          <a:xfrm rot="10800000" flipH="1">
            <a:off x="8702325" y="1078625"/>
            <a:ext cx="475178" cy="4130850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9"/>
          <p:cNvSpPr/>
          <p:nvPr/>
        </p:nvSpPr>
        <p:spPr>
          <a:xfrm flipH="1">
            <a:off x="-33672" y="-30354"/>
            <a:ext cx="441750" cy="4098509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8" name="Google Shape;478;p19"/>
          <p:cNvGrpSpPr/>
          <p:nvPr/>
        </p:nvGrpSpPr>
        <p:grpSpPr>
          <a:xfrm>
            <a:off x="-1832050" y="3757500"/>
            <a:ext cx="3148300" cy="1263895"/>
            <a:chOff x="6676775" y="1493468"/>
            <a:chExt cx="1935510" cy="777064"/>
          </a:xfrm>
        </p:grpSpPr>
        <p:sp>
          <p:nvSpPr>
            <p:cNvPr id="479" name="Google Shape;479;p19"/>
            <p:cNvSpPr/>
            <p:nvPr/>
          </p:nvSpPr>
          <p:spPr>
            <a:xfrm>
              <a:off x="6676775" y="1496292"/>
              <a:ext cx="1935510" cy="621948"/>
            </a:xfrm>
            <a:custGeom>
              <a:avLst/>
              <a:gdLst/>
              <a:ahLst/>
              <a:cxnLst/>
              <a:rect l="l" t="t" r="r" b="b"/>
              <a:pathLst>
                <a:path w="89794" h="28854" extrusionOk="0">
                  <a:moveTo>
                    <a:pt x="35306" y="0"/>
                  </a:moveTo>
                  <a:cubicBezTo>
                    <a:pt x="27062" y="0"/>
                    <a:pt x="16779" y="217"/>
                    <a:pt x="15561" y="217"/>
                  </a:cubicBezTo>
                  <a:cubicBezTo>
                    <a:pt x="13728" y="217"/>
                    <a:pt x="8565" y="1319"/>
                    <a:pt x="5387" y="5624"/>
                  </a:cubicBezTo>
                  <a:cubicBezTo>
                    <a:pt x="2188" y="9904"/>
                    <a:pt x="705" y="15661"/>
                    <a:pt x="467" y="21201"/>
                  </a:cubicBezTo>
                  <a:cubicBezTo>
                    <a:pt x="398" y="22594"/>
                    <a:pt x="91" y="23981"/>
                    <a:pt x="43" y="25395"/>
                  </a:cubicBezTo>
                  <a:cubicBezTo>
                    <a:pt x="0" y="27445"/>
                    <a:pt x="154" y="28748"/>
                    <a:pt x="2474" y="28748"/>
                  </a:cubicBezTo>
                  <a:cubicBezTo>
                    <a:pt x="19040" y="28748"/>
                    <a:pt x="35606" y="28853"/>
                    <a:pt x="52172" y="28853"/>
                  </a:cubicBezTo>
                  <a:cubicBezTo>
                    <a:pt x="55599" y="28853"/>
                    <a:pt x="59027" y="28849"/>
                    <a:pt x="62454" y="28838"/>
                  </a:cubicBezTo>
                  <a:cubicBezTo>
                    <a:pt x="66712" y="28817"/>
                    <a:pt x="70949" y="28796"/>
                    <a:pt x="75186" y="28769"/>
                  </a:cubicBezTo>
                  <a:cubicBezTo>
                    <a:pt x="77570" y="28748"/>
                    <a:pt x="79953" y="28727"/>
                    <a:pt x="82315" y="28684"/>
                  </a:cubicBezTo>
                  <a:cubicBezTo>
                    <a:pt x="82665" y="28684"/>
                    <a:pt x="83062" y="28706"/>
                    <a:pt x="83486" y="28727"/>
                  </a:cubicBezTo>
                  <a:cubicBezTo>
                    <a:pt x="83853" y="28748"/>
                    <a:pt x="84234" y="28768"/>
                    <a:pt x="84612" y="28768"/>
                  </a:cubicBezTo>
                  <a:cubicBezTo>
                    <a:pt x="85821" y="28768"/>
                    <a:pt x="87011" y="28565"/>
                    <a:pt x="87696" y="27556"/>
                  </a:cubicBezTo>
                  <a:cubicBezTo>
                    <a:pt x="88051" y="27027"/>
                    <a:pt x="88358" y="26322"/>
                    <a:pt x="88602" y="25549"/>
                  </a:cubicBezTo>
                  <a:cubicBezTo>
                    <a:pt x="89794" y="21842"/>
                    <a:pt x="89661" y="15995"/>
                    <a:pt x="86351" y="14559"/>
                  </a:cubicBezTo>
                  <a:cubicBezTo>
                    <a:pt x="82050" y="12727"/>
                    <a:pt x="70023" y="11625"/>
                    <a:pt x="68810" y="11493"/>
                  </a:cubicBezTo>
                  <a:cubicBezTo>
                    <a:pt x="67570" y="11381"/>
                    <a:pt x="63889" y="10523"/>
                    <a:pt x="60950" y="8315"/>
                  </a:cubicBezTo>
                  <a:cubicBezTo>
                    <a:pt x="57995" y="6106"/>
                    <a:pt x="49918" y="699"/>
                    <a:pt x="44754" y="217"/>
                  </a:cubicBezTo>
                  <a:cubicBezTo>
                    <a:pt x="43040" y="55"/>
                    <a:pt x="39428" y="0"/>
                    <a:pt x="353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6677680" y="1918540"/>
              <a:ext cx="1901841" cy="199686"/>
            </a:xfrm>
            <a:custGeom>
              <a:avLst/>
              <a:gdLst/>
              <a:ahLst/>
              <a:cxnLst/>
              <a:rect l="l" t="t" r="r" b="b"/>
              <a:pathLst>
                <a:path w="88232" h="9264" extrusionOk="0">
                  <a:moveTo>
                    <a:pt x="16049" y="1"/>
                  </a:moveTo>
                  <a:cubicBezTo>
                    <a:pt x="11965" y="1"/>
                    <a:pt x="8523" y="2892"/>
                    <a:pt x="7506" y="6865"/>
                  </a:cubicBezTo>
                  <a:lnTo>
                    <a:pt x="1" y="6865"/>
                  </a:lnTo>
                  <a:cubicBezTo>
                    <a:pt x="91" y="8300"/>
                    <a:pt x="530" y="9158"/>
                    <a:pt x="2432" y="9158"/>
                  </a:cubicBezTo>
                  <a:cubicBezTo>
                    <a:pt x="18998" y="9158"/>
                    <a:pt x="35564" y="9263"/>
                    <a:pt x="52130" y="9263"/>
                  </a:cubicBezTo>
                  <a:cubicBezTo>
                    <a:pt x="55557" y="9263"/>
                    <a:pt x="58985" y="9259"/>
                    <a:pt x="62412" y="9248"/>
                  </a:cubicBezTo>
                  <a:cubicBezTo>
                    <a:pt x="66670" y="9227"/>
                    <a:pt x="70907" y="9206"/>
                    <a:pt x="75144" y="9179"/>
                  </a:cubicBezTo>
                  <a:cubicBezTo>
                    <a:pt x="77528" y="9158"/>
                    <a:pt x="79911" y="9137"/>
                    <a:pt x="82273" y="9094"/>
                  </a:cubicBezTo>
                  <a:cubicBezTo>
                    <a:pt x="82305" y="9094"/>
                    <a:pt x="82338" y="9094"/>
                    <a:pt x="82371" y="9094"/>
                  </a:cubicBezTo>
                  <a:cubicBezTo>
                    <a:pt x="83036" y="9094"/>
                    <a:pt x="83812" y="9172"/>
                    <a:pt x="84578" y="9172"/>
                  </a:cubicBezTo>
                  <a:cubicBezTo>
                    <a:pt x="85792" y="9172"/>
                    <a:pt x="86979" y="8976"/>
                    <a:pt x="87654" y="7966"/>
                  </a:cubicBezTo>
                  <a:cubicBezTo>
                    <a:pt x="87855" y="7638"/>
                    <a:pt x="88051" y="7262"/>
                    <a:pt x="88232" y="6865"/>
                  </a:cubicBezTo>
                  <a:lnTo>
                    <a:pt x="83486" y="6865"/>
                  </a:lnTo>
                  <a:cubicBezTo>
                    <a:pt x="82469" y="2892"/>
                    <a:pt x="79027" y="1"/>
                    <a:pt x="74922" y="1"/>
                  </a:cubicBezTo>
                  <a:cubicBezTo>
                    <a:pt x="70839" y="1"/>
                    <a:pt x="67396" y="2892"/>
                    <a:pt x="66384" y="6865"/>
                  </a:cubicBezTo>
                  <a:lnTo>
                    <a:pt x="24607" y="6865"/>
                  </a:lnTo>
                  <a:cubicBezTo>
                    <a:pt x="23596" y="2892"/>
                    <a:pt x="20153" y="1"/>
                    <a:pt x="160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8134669" y="1954277"/>
              <a:ext cx="316363" cy="316255"/>
            </a:xfrm>
            <a:custGeom>
              <a:avLst/>
              <a:gdLst/>
              <a:ahLst/>
              <a:cxnLst/>
              <a:rect l="l" t="t" r="r" b="b"/>
              <a:pathLst>
                <a:path w="14677" h="14672" extrusionOk="0">
                  <a:moveTo>
                    <a:pt x="7325" y="0"/>
                  </a:moveTo>
                  <a:cubicBezTo>
                    <a:pt x="3289" y="0"/>
                    <a:pt x="0" y="3284"/>
                    <a:pt x="0" y="7325"/>
                  </a:cubicBezTo>
                  <a:cubicBezTo>
                    <a:pt x="0" y="11387"/>
                    <a:pt x="3289" y="14671"/>
                    <a:pt x="7325" y="14671"/>
                  </a:cubicBezTo>
                  <a:cubicBezTo>
                    <a:pt x="11387" y="14671"/>
                    <a:pt x="14676" y="11387"/>
                    <a:pt x="14676" y="7325"/>
                  </a:cubicBezTo>
                  <a:cubicBezTo>
                    <a:pt x="14676" y="3284"/>
                    <a:pt x="11387" y="0"/>
                    <a:pt x="7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8204525" y="2024135"/>
              <a:ext cx="176514" cy="176514"/>
            </a:xfrm>
            <a:custGeom>
              <a:avLst/>
              <a:gdLst/>
              <a:ahLst/>
              <a:cxnLst/>
              <a:rect l="l" t="t" r="r" b="b"/>
              <a:pathLst>
                <a:path w="8189" h="8189" extrusionOk="0">
                  <a:moveTo>
                    <a:pt x="4084" y="1"/>
                  </a:moveTo>
                  <a:cubicBezTo>
                    <a:pt x="1833" y="1"/>
                    <a:pt x="1" y="1833"/>
                    <a:pt x="1" y="4084"/>
                  </a:cubicBezTo>
                  <a:cubicBezTo>
                    <a:pt x="1" y="6356"/>
                    <a:pt x="1833" y="8189"/>
                    <a:pt x="4084" y="8189"/>
                  </a:cubicBezTo>
                  <a:cubicBezTo>
                    <a:pt x="6356" y="8189"/>
                    <a:pt x="8189" y="6356"/>
                    <a:pt x="8189" y="4084"/>
                  </a:cubicBezTo>
                  <a:cubicBezTo>
                    <a:pt x="8189" y="1833"/>
                    <a:pt x="6356" y="1"/>
                    <a:pt x="4084" y="1"/>
                  </a:cubicBezTo>
                  <a:close/>
                </a:path>
              </a:pathLst>
            </a:custGeom>
            <a:solidFill>
              <a:srgbClr val="FFFFFF">
                <a:alpha val="6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8264467" y="2084077"/>
              <a:ext cx="56172" cy="56172"/>
            </a:xfrm>
            <a:custGeom>
              <a:avLst/>
              <a:gdLst/>
              <a:ahLst/>
              <a:cxnLst/>
              <a:rect l="l" t="t" r="r" b="b"/>
              <a:pathLst>
                <a:path w="2606" h="2606" extrusionOk="0">
                  <a:moveTo>
                    <a:pt x="1303" y="0"/>
                  </a:moveTo>
                  <a:cubicBezTo>
                    <a:pt x="599" y="0"/>
                    <a:pt x="0" y="599"/>
                    <a:pt x="0" y="1303"/>
                  </a:cubicBezTo>
                  <a:cubicBezTo>
                    <a:pt x="0" y="2029"/>
                    <a:pt x="599" y="2606"/>
                    <a:pt x="1303" y="2606"/>
                  </a:cubicBezTo>
                  <a:cubicBezTo>
                    <a:pt x="2034" y="2606"/>
                    <a:pt x="2606" y="2029"/>
                    <a:pt x="2606" y="1303"/>
                  </a:cubicBezTo>
                  <a:cubicBezTo>
                    <a:pt x="2606" y="599"/>
                    <a:pt x="2034" y="0"/>
                    <a:pt x="1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6865588" y="1954277"/>
              <a:ext cx="316363" cy="316255"/>
            </a:xfrm>
            <a:custGeom>
              <a:avLst/>
              <a:gdLst/>
              <a:ahLst/>
              <a:cxnLst/>
              <a:rect l="l" t="t" r="r" b="b"/>
              <a:pathLst>
                <a:path w="14677" h="14672" extrusionOk="0">
                  <a:moveTo>
                    <a:pt x="7331" y="0"/>
                  </a:moveTo>
                  <a:cubicBezTo>
                    <a:pt x="3290" y="0"/>
                    <a:pt x="1" y="3284"/>
                    <a:pt x="1" y="7325"/>
                  </a:cubicBezTo>
                  <a:cubicBezTo>
                    <a:pt x="1" y="11387"/>
                    <a:pt x="3290" y="14671"/>
                    <a:pt x="7331" y="14671"/>
                  </a:cubicBezTo>
                  <a:cubicBezTo>
                    <a:pt x="11388" y="14671"/>
                    <a:pt x="14677" y="11387"/>
                    <a:pt x="14677" y="7325"/>
                  </a:cubicBezTo>
                  <a:cubicBezTo>
                    <a:pt x="14677" y="3284"/>
                    <a:pt x="11388" y="0"/>
                    <a:pt x="7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6935574" y="2024135"/>
              <a:ext cx="176514" cy="176514"/>
            </a:xfrm>
            <a:custGeom>
              <a:avLst/>
              <a:gdLst/>
              <a:ahLst/>
              <a:cxnLst/>
              <a:rect l="l" t="t" r="r" b="b"/>
              <a:pathLst>
                <a:path w="8189" h="8189" extrusionOk="0">
                  <a:moveTo>
                    <a:pt x="4084" y="1"/>
                  </a:moveTo>
                  <a:cubicBezTo>
                    <a:pt x="1833" y="1"/>
                    <a:pt x="0" y="1833"/>
                    <a:pt x="0" y="4084"/>
                  </a:cubicBezTo>
                  <a:cubicBezTo>
                    <a:pt x="0" y="6356"/>
                    <a:pt x="1833" y="8189"/>
                    <a:pt x="4084" y="8189"/>
                  </a:cubicBezTo>
                  <a:cubicBezTo>
                    <a:pt x="6356" y="8189"/>
                    <a:pt x="8188" y="6356"/>
                    <a:pt x="8188" y="4084"/>
                  </a:cubicBezTo>
                  <a:cubicBezTo>
                    <a:pt x="8188" y="1833"/>
                    <a:pt x="6356" y="1"/>
                    <a:pt x="4084" y="1"/>
                  </a:cubicBezTo>
                  <a:close/>
                </a:path>
              </a:pathLst>
            </a:custGeom>
            <a:solidFill>
              <a:srgbClr val="FFFFFF">
                <a:alpha val="6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6995495" y="2084077"/>
              <a:ext cx="56086" cy="56172"/>
            </a:xfrm>
            <a:custGeom>
              <a:avLst/>
              <a:gdLst/>
              <a:ahLst/>
              <a:cxnLst/>
              <a:rect l="l" t="t" r="r" b="b"/>
              <a:pathLst>
                <a:path w="2602" h="2606" extrusionOk="0">
                  <a:moveTo>
                    <a:pt x="1304" y="0"/>
                  </a:moveTo>
                  <a:cubicBezTo>
                    <a:pt x="594" y="0"/>
                    <a:pt x="1" y="599"/>
                    <a:pt x="1" y="1303"/>
                  </a:cubicBezTo>
                  <a:cubicBezTo>
                    <a:pt x="1" y="2029"/>
                    <a:pt x="594" y="2606"/>
                    <a:pt x="1304" y="2606"/>
                  </a:cubicBezTo>
                  <a:cubicBezTo>
                    <a:pt x="2029" y="2606"/>
                    <a:pt x="2601" y="2029"/>
                    <a:pt x="2601" y="1303"/>
                  </a:cubicBezTo>
                  <a:cubicBezTo>
                    <a:pt x="2601" y="599"/>
                    <a:pt x="2029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7535337" y="1518083"/>
              <a:ext cx="484750" cy="239972"/>
            </a:xfrm>
            <a:custGeom>
              <a:avLst/>
              <a:gdLst/>
              <a:ahLst/>
              <a:cxnLst/>
              <a:rect l="l" t="t" r="r" b="b"/>
              <a:pathLst>
                <a:path w="22489" h="11133" extrusionOk="0">
                  <a:moveTo>
                    <a:pt x="1185" y="0"/>
                  </a:moveTo>
                  <a:cubicBezTo>
                    <a:pt x="1044" y="0"/>
                    <a:pt x="906" y="11"/>
                    <a:pt x="774" y="43"/>
                  </a:cubicBezTo>
                  <a:cubicBezTo>
                    <a:pt x="1" y="196"/>
                    <a:pt x="1" y="1256"/>
                    <a:pt x="64" y="1854"/>
                  </a:cubicBezTo>
                  <a:cubicBezTo>
                    <a:pt x="266" y="4301"/>
                    <a:pt x="462" y="6753"/>
                    <a:pt x="1150" y="9136"/>
                  </a:cubicBezTo>
                  <a:cubicBezTo>
                    <a:pt x="1235" y="9422"/>
                    <a:pt x="1346" y="9730"/>
                    <a:pt x="1547" y="9952"/>
                  </a:cubicBezTo>
                  <a:cubicBezTo>
                    <a:pt x="1897" y="10349"/>
                    <a:pt x="2739" y="10280"/>
                    <a:pt x="3242" y="10349"/>
                  </a:cubicBezTo>
                  <a:cubicBezTo>
                    <a:pt x="3952" y="10439"/>
                    <a:pt x="4656" y="10482"/>
                    <a:pt x="5387" y="10545"/>
                  </a:cubicBezTo>
                  <a:cubicBezTo>
                    <a:pt x="7924" y="10746"/>
                    <a:pt x="10461" y="10879"/>
                    <a:pt x="12998" y="10969"/>
                  </a:cubicBezTo>
                  <a:cubicBezTo>
                    <a:pt x="14927" y="11023"/>
                    <a:pt x="16841" y="11081"/>
                    <a:pt x="18766" y="11081"/>
                  </a:cubicBezTo>
                  <a:cubicBezTo>
                    <a:pt x="19108" y="11081"/>
                    <a:pt x="19450" y="11079"/>
                    <a:pt x="19793" y="11075"/>
                  </a:cubicBezTo>
                  <a:cubicBezTo>
                    <a:pt x="19809" y="11074"/>
                    <a:pt x="19827" y="11074"/>
                    <a:pt x="19845" y="11074"/>
                  </a:cubicBezTo>
                  <a:cubicBezTo>
                    <a:pt x="20113" y="11074"/>
                    <a:pt x="20595" y="11133"/>
                    <a:pt x="21072" y="11133"/>
                  </a:cubicBezTo>
                  <a:cubicBezTo>
                    <a:pt x="21724" y="11133"/>
                    <a:pt x="22367" y="11023"/>
                    <a:pt x="22441" y="10503"/>
                  </a:cubicBezTo>
                  <a:cubicBezTo>
                    <a:pt x="22489" y="10175"/>
                    <a:pt x="22203" y="9910"/>
                    <a:pt x="21938" y="9687"/>
                  </a:cubicBezTo>
                  <a:cubicBezTo>
                    <a:pt x="21165" y="9089"/>
                    <a:pt x="20413" y="8496"/>
                    <a:pt x="19618" y="7924"/>
                  </a:cubicBezTo>
                  <a:cubicBezTo>
                    <a:pt x="14566" y="4190"/>
                    <a:pt x="8803" y="1102"/>
                    <a:pt x="2517" y="154"/>
                  </a:cubicBezTo>
                  <a:cubicBezTo>
                    <a:pt x="2209" y="112"/>
                    <a:pt x="1897" y="64"/>
                    <a:pt x="1611" y="22"/>
                  </a:cubicBezTo>
                  <a:cubicBezTo>
                    <a:pt x="1468" y="11"/>
                    <a:pt x="1325" y="0"/>
                    <a:pt x="1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7055436" y="1517480"/>
              <a:ext cx="461342" cy="219926"/>
            </a:xfrm>
            <a:custGeom>
              <a:avLst/>
              <a:gdLst/>
              <a:ahLst/>
              <a:cxnLst/>
              <a:rect l="l" t="t" r="r" b="b"/>
              <a:pathLst>
                <a:path w="21403" h="10203" extrusionOk="0">
                  <a:moveTo>
                    <a:pt x="18650" y="1"/>
                  </a:moveTo>
                  <a:cubicBezTo>
                    <a:pt x="18555" y="1"/>
                    <a:pt x="18457" y="3"/>
                    <a:pt x="18357" y="7"/>
                  </a:cubicBezTo>
                  <a:cubicBezTo>
                    <a:pt x="15206" y="140"/>
                    <a:pt x="12049" y="293"/>
                    <a:pt x="8871" y="447"/>
                  </a:cubicBezTo>
                  <a:cubicBezTo>
                    <a:pt x="7855" y="489"/>
                    <a:pt x="6705" y="537"/>
                    <a:pt x="5757" y="1040"/>
                  </a:cubicBezTo>
                  <a:cubicBezTo>
                    <a:pt x="5143" y="1374"/>
                    <a:pt x="4587" y="1882"/>
                    <a:pt x="4105" y="2391"/>
                  </a:cubicBezTo>
                  <a:cubicBezTo>
                    <a:pt x="2892" y="3646"/>
                    <a:pt x="1939" y="5192"/>
                    <a:pt x="1213" y="6760"/>
                  </a:cubicBezTo>
                  <a:cubicBezTo>
                    <a:pt x="991" y="7242"/>
                    <a:pt x="0" y="9096"/>
                    <a:pt x="482" y="9625"/>
                  </a:cubicBezTo>
                  <a:cubicBezTo>
                    <a:pt x="860" y="10014"/>
                    <a:pt x="6898" y="10203"/>
                    <a:pt x="12354" y="10203"/>
                  </a:cubicBezTo>
                  <a:cubicBezTo>
                    <a:pt x="16846" y="10203"/>
                    <a:pt x="20944" y="10075"/>
                    <a:pt x="21164" y="9826"/>
                  </a:cubicBezTo>
                  <a:cubicBezTo>
                    <a:pt x="21207" y="9805"/>
                    <a:pt x="21207" y="9758"/>
                    <a:pt x="21228" y="9715"/>
                  </a:cubicBezTo>
                  <a:cubicBezTo>
                    <a:pt x="21402" y="9276"/>
                    <a:pt x="21318" y="8656"/>
                    <a:pt x="21297" y="8190"/>
                  </a:cubicBezTo>
                  <a:cubicBezTo>
                    <a:pt x="21249" y="7374"/>
                    <a:pt x="21185" y="6537"/>
                    <a:pt x="21095" y="5722"/>
                  </a:cubicBezTo>
                  <a:cubicBezTo>
                    <a:pt x="21032" y="4880"/>
                    <a:pt x="20921" y="4064"/>
                    <a:pt x="20830" y="3227"/>
                  </a:cubicBezTo>
                  <a:cubicBezTo>
                    <a:pt x="20767" y="2740"/>
                    <a:pt x="20788" y="2057"/>
                    <a:pt x="20656" y="1437"/>
                  </a:cubicBezTo>
                  <a:cubicBezTo>
                    <a:pt x="20433" y="268"/>
                    <a:pt x="19689" y="1"/>
                    <a:pt x="186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7506993" y="1493468"/>
              <a:ext cx="62165" cy="627725"/>
            </a:xfrm>
            <a:custGeom>
              <a:avLst/>
              <a:gdLst/>
              <a:ahLst/>
              <a:cxnLst/>
              <a:rect l="l" t="t" r="r" b="b"/>
              <a:pathLst>
                <a:path w="2884" h="29122" extrusionOk="0">
                  <a:moveTo>
                    <a:pt x="169" y="1"/>
                  </a:moveTo>
                  <a:cubicBezTo>
                    <a:pt x="87" y="1"/>
                    <a:pt x="0" y="65"/>
                    <a:pt x="13" y="168"/>
                  </a:cubicBezTo>
                  <a:cubicBezTo>
                    <a:pt x="188" y="1254"/>
                    <a:pt x="368" y="2355"/>
                    <a:pt x="521" y="3436"/>
                  </a:cubicBezTo>
                  <a:cubicBezTo>
                    <a:pt x="1183" y="7784"/>
                    <a:pt x="1824" y="12153"/>
                    <a:pt x="2243" y="16544"/>
                  </a:cubicBezTo>
                  <a:cubicBezTo>
                    <a:pt x="2661" y="20670"/>
                    <a:pt x="2682" y="24864"/>
                    <a:pt x="2486" y="28990"/>
                  </a:cubicBezTo>
                  <a:cubicBezTo>
                    <a:pt x="2486" y="29078"/>
                    <a:pt x="2558" y="29121"/>
                    <a:pt x="2629" y="29121"/>
                  </a:cubicBezTo>
                  <a:cubicBezTo>
                    <a:pt x="2701" y="29121"/>
                    <a:pt x="2772" y="29078"/>
                    <a:pt x="2772" y="28990"/>
                  </a:cubicBezTo>
                  <a:cubicBezTo>
                    <a:pt x="2883" y="26850"/>
                    <a:pt x="2883" y="24711"/>
                    <a:pt x="2836" y="22571"/>
                  </a:cubicBezTo>
                  <a:cubicBezTo>
                    <a:pt x="2772" y="17958"/>
                    <a:pt x="2221" y="13409"/>
                    <a:pt x="1581" y="8864"/>
                  </a:cubicBezTo>
                  <a:cubicBezTo>
                    <a:pt x="1183" y="5930"/>
                    <a:pt x="765" y="3017"/>
                    <a:pt x="299" y="104"/>
                  </a:cubicBezTo>
                  <a:cubicBezTo>
                    <a:pt x="281" y="32"/>
                    <a:pt x="226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8014570" y="1741644"/>
              <a:ext cx="64406" cy="379540"/>
            </a:xfrm>
            <a:custGeom>
              <a:avLst/>
              <a:gdLst/>
              <a:ahLst/>
              <a:cxnLst/>
              <a:rect l="l" t="t" r="r" b="b"/>
              <a:pathLst>
                <a:path w="2988" h="17608" extrusionOk="0">
                  <a:moveTo>
                    <a:pt x="197" y="1"/>
                  </a:moveTo>
                  <a:cubicBezTo>
                    <a:pt x="96" y="1"/>
                    <a:pt x="0" y="107"/>
                    <a:pt x="75" y="200"/>
                  </a:cubicBezTo>
                  <a:cubicBezTo>
                    <a:pt x="1754" y="2514"/>
                    <a:pt x="2394" y="5364"/>
                    <a:pt x="2527" y="8165"/>
                  </a:cubicBezTo>
                  <a:cubicBezTo>
                    <a:pt x="2659" y="11295"/>
                    <a:pt x="1955" y="14367"/>
                    <a:pt x="1621" y="17476"/>
                  </a:cubicBezTo>
                  <a:cubicBezTo>
                    <a:pt x="1611" y="17564"/>
                    <a:pt x="1677" y="17607"/>
                    <a:pt x="1748" y="17607"/>
                  </a:cubicBezTo>
                  <a:cubicBezTo>
                    <a:pt x="1820" y="17607"/>
                    <a:pt x="1897" y="17564"/>
                    <a:pt x="1907" y="17476"/>
                  </a:cubicBezTo>
                  <a:cubicBezTo>
                    <a:pt x="2241" y="14256"/>
                    <a:pt x="2988" y="11099"/>
                    <a:pt x="2792" y="7853"/>
                  </a:cubicBezTo>
                  <a:cubicBezTo>
                    <a:pt x="2638" y="5099"/>
                    <a:pt x="1976" y="2318"/>
                    <a:pt x="318" y="67"/>
                  </a:cubicBezTo>
                  <a:cubicBezTo>
                    <a:pt x="285" y="20"/>
                    <a:pt x="241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7050630" y="1722202"/>
              <a:ext cx="215572" cy="398983"/>
            </a:xfrm>
            <a:custGeom>
              <a:avLst/>
              <a:gdLst/>
              <a:ahLst/>
              <a:cxnLst/>
              <a:rect l="l" t="t" r="r" b="b"/>
              <a:pathLst>
                <a:path w="10001" h="18510" extrusionOk="0">
                  <a:moveTo>
                    <a:pt x="706" y="0"/>
                  </a:moveTo>
                  <a:cubicBezTo>
                    <a:pt x="664" y="0"/>
                    <a:pt x="624" y="19"/>
                    <a:pt x="599" y="64"/>
                  </a:cubicBezTo>
                  <a:cubicBezTo>
                    <a:pt x="1" y="943"/>
                    <a:pt x="202" y="2203"/>
                    <a:pt x="705" y="3088"/>
                  </a:cubicBezTo>
                  <a:cubicBezTo>
                    <a:pt x="1457" y="4412"/>
                    <a:pt x="2824" y="5423"/>
                    <a:pt x="3952" y="6440"/>
                  </a:cubicBezTo>
                  <a:cubicBezTo>
                    <a:pt x="5255" y="7632"/>
                    <a:pt x="6558" y="8824"/>
                    <a:pt x="7569" y="10259"/>
                  </a:cubicBezTo>
                  <a:cubicBezTo>
                    <a:pt x="8676" y="11827"/>
                    <a:pt x="9094" y="13611"/>
                    <a:pt x="9402" y="15465"/>
                  </a:cubicBezTo>
                  <a:cubicBezTo>
                    <a:pt x="9576" y="16434"/>
                    <a:pt x="9709" y="17409"/>
                    <a:pt x="9709" y="18378"/>
                  </a:cubicBezTo>
                  <a:cubicBezTo>
                    <a:pt x="9709" y="18466"/>
                    <a:pt x="9782" y="18509"/>
                    <a:pt x="9855" y="18509"/>
                  </a:cubicBezTo>
                  <a:cubicBezTo>
                    <a:pt x="9927" y="18509"/>
                    <a:pt x="10000" y="18466"/>
                    <a:pt x="10000" y="18378"/>
                  </a:cubicBezTo>
                  <a:cubicBezTo>
                    <a:pt x="10000" y="17277"/>
                    <a:pt x="9820" y="16170"/>
                    <a:pt x="9624" y="15110"/>
                  </a:cubicBezTo>
                  <a:cubicBezTo>
                    <a:pt x="9312" y="13368"/>
                    <a:pt x="8893" y="11694"/>
                    <a:pt x="7882" y="10238"/>
                  </a:cubicBezTo>
                  <a:cubicBezTo>
                    <a:pt x="6928" y="8866"/>
                    <a:pt x="5715" y="7696"/>
                    <a:pt x="4503" y="6573"/>
                  </a:cubicBezTo>
                  <a:cubicBezTo>
                    <a:pt x="3353" y="5514"/>
                    <a:pt x="1966" y="4497"/>
                    <a:pt x="1102" y="3194"/>
                  </a:cubicBezTo>
                  <a:cubicBezTo>
                    <a:pt x="552" y="2357"/>
                    <a:pt x="223" y="1102"/>
                    <a:pt x="838" y="217"/>
                  </a:cubicBezTo>
                  <a:cubicBezTo>
                    <a:pt x="916" y="109"/>
                    <a:pt x="807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7602349" y="1792965"/>
              <a:ext cx="69084" cy="29487"/>
            </a:xfrm>
            <a:custGeom>
              <a:avLst/>
              <a:gdLst/>
              <a:ahLst/>
              <a:cxnLst/>
              <a:rect l="l" t="t" r="r" b="b"/>
              <a:pathLst>
                <a:path w="3205" h="1368" extrusionOk="0">
                  <a:moveTo>
                    <a:pt x="1590" y="1"/>
                  </a:moveTo>
                  <a:cubicBezTo>
                    <a:pt x="710" y="1"/>
                    <a:pt x="1" y="308"/>
                    <a:pt x="1" y="684"/>
                  </a:cubicBezTo>
                  <a:cubicBezTo>
                    <a:pt x="1" y="1060"/>
                    <a:pt x="710" y="1367"/>
                    <a:pt x="1590" y="1367"/>
                  </a:cubicBezTo>
                  <a:cubicBezTo>
                    <a:pt x="2495" y="1367"/>
                    <a:pt x="3205" y="1060"/>
                    <a:pt x="3205" y="684"/>
                  </a:cubicBezTo>
                  <a:cubicBezTo>
                    <a:pt x="3205" y="308"/>
                    <a:pt x="249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7167647" y="1792965"/>
              <a:ext cx="68976" cy="29487"/>
            </a:xfrm>
            <a:custGeom>
              <a:avLst/>
              <a:gdLst/>
              <a:ahLst/>
              <a:cxnLst/>
              <a:rect l="l" t="t" r="r" b="b"/>
              <a:pathLst>
                <a:path w="3200" h="1368" extrusionOk="0">
                  <a:moveTo>
                    <a:pt x="1589" y="1"/>
                  </a:moveTo>
                  <a:cubicBezTo>
                    <a:pt x="705" y="1"/>
                    <a:pt x="0" y="308"/>
                    <a:pt x="0" y="684"/>
                  </a:cubicBezTo>
                  <a:cubicBezTo>
                    <a:pt x="0" y="1060"/>
                    <a:pt x="705" y="1367"/>
                    <a:pt x="1589" y="1367"/>
                  </a:cubicBezTo>
                  <a:cubicBezTo>
                    <a:pt x="2495" y="1367"/>
                    <a:pt x="3199" y="1060"/>
                    <a:pt x="3199" y="684"/>
                  </a:cubicBezTo>
                  <a:cubicBezTo>
                    <a:pt x="3199" y="308"/>
                    <a:pt x="2495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6741954" y="1535176"/>
              <a:ext cx="344902" cy="173647"/>
            </a:xfrm>
            <a:custGeom>
              <a:avLst/>
              <a:gdLst/>
              <a:ahLst/>
              <a:cxnLst/>
              <a:rect l="l" t="t" r="r" b="b"/>
              <a:pathLst>
                <a:path w="16001" h="8056" extrusionOk="0">
                  <a:moveTo>
                    <a:pt x="12334" y="0"/>
                  </a:moveTo>
                  <a:cubicBezTo>
                    <a:pt x="10473" y="0"/>
                    <a:pt x="8158" y="129"/>
                    <a:pt x="6446" y="245"/>
                  </a:cubicBezTo>
                  <a:cubicBezTo>
                    <a:pt x="4990" y="1061"/>
                    <a:pt x="3533" y="2205"/>
                    <a:pt x="2363" y="3820"/>
                  </a:cubicBezTo>
                  <a:cubicBezTo>
                    <a:pt x="1436" y="5054"/>
                    <a:pt x="663" y="6421"/>
                    <a:pt x="1" y="7877"/>
                  </a:cubicBezTo>
                  <a:cubicBezTo>
                    <a:pt x="1055" y="7970"/>
                    <a:pt x="2400" y="8055"/>
                    <a:pt x="3797" y="8055"/>
                  </a:cubicBezTo>
                  <a:cubicBezTo>
                    <a:pt x="4708" y="8055"/>
                    <a:pt x="5642" y="8019"/>
                    <a:pt x="6531" y="7925"/>
                  </a:cubicBezTo>
                  <a:cubicBezTo>
                    <a:pt x="10418" y="7459"/>
                    <a:pt x="16001" y="1347"/>
                    <a:pt x="15492" y="420"/>
                  </a:cubicBezTo>
                  <a:cubicBezTo>
                    <a:pt x="15334" y="106"/>
                    <a:pt x="14020" y="0"/>
                    <a:pt x="12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9"/>
            <p:cNvSpPr/>
            <p:nvPr/>
          </p:nvSpPr>
          <p:spPr>
            <a:xfrm>
              <a:off x="8536156" y="1809648"/>
              <a:ext cx="35178" cy="27073"/>
            </a:xfrm>
            <a:custGeom>
              <a:avLst/>
              <a:gdLst/>
              <a:ahLst/>
              <a:cxnLst/>
              <a:rect l="l" t="t" r="r" b="b"/>
              <a:pathLst>
                <a:path w="1632" h="1256" extrusionOk="0">
                  <a:moveTo>
                    <a:pt x="1631" y="1255"/>
                  </a:moveTo>
                  <a:lnTo>
                    <a:pt x="1631" y="1255"/>
                  </a:lnTo>
                  <a:lnTo>
                    <a:pt x="1631" y="1255"/>
                  </a:lnTo>
                  <a:close/>
                  <a:moveTo>
                    <a:pt x="1631" y="1255"/>
                  </a:moveTo>
                  <a:lnTo>
                    <a:pt x="1631" y="1255"/>
                  </a:lnTo>
                  <a:lnTo>
                    <a:pt x="1631" y="1255"/>
                  </a:lnTo>
                  <a:close/>
                  <a:moveTo>
                    <a:pt x="1610" y="1255"/>
                  </a:moveTo>
                  <a:lnTo>
                    <a:pt x="1610" y="1255"/>
                  </a:lnTo>
                  <a:lnTo>
                    <a:pt x="1610" y="1255"/>
                  </a:lnTo>
                  <a:close/>
                  <a:moveTo>
                    <a:pt x="1610" y="1234"/>
                  </a:moveTo>
                  <a:lnTo>
                    <a:pt x="1610" y="1234"/>
                  </a:lnTo>
                  <a:lnTo>
                    <a:pt x="1610" y="1234"/>
                  </a:lnTo>
                  <a:close/>
                  <a:moveTo>
                    <a:pt x="1610" y="1234"/>
                  </a:moveTo>
                  <a:lnTo>
                    <a:pt x="1610" y="1234"/>
                  </a:lnTo>
                  <a:lnTo>
                    <a:pt x="1610" y="1234"/>
                  </a:lnTo>
                  <a:close/>
                  <a:moveTo>
                    <a:pt x="1589" y="1213"/>
                  </a:moveTo>
                  <a:cubicBezTo>
                    <a:pt x="1589" y="1213"/>
                    <a:pt x="1589" y="1234"/>
                    <a:pt x="1610" y="1234"/>
                  </a:cubicBezTo>
                  <a:cubicBezTo>
                    <a:pt x="1589" y="1234"/>
                    <a:pt x="1589" y="1213"/>
                    <a:pt x="1589" y="1213"/>
                  </a:cubicBezTo>
                  <a:close/>
                  <a:moveTo>
                    <a:pt x="1589" y="1213"/>
                  </a:moveTo>
                  <a:lnTo>
                    <a:pt x="1589" y="1213"/>
                  </a:lnTo>
                  <a:lnTo>
                    <a:pt x="1589" y="1213"/>
                  </a:lnTo>
                  <a:close/>
                  <a:moveTo>
                    <a:pt x="1589" y="1213"/>
                  </a:moveTo>
                  <a:lnTo>
                    <a:pt x="1589" y="1213"/>
                  </a:lnTo>
                  <a:lnTo>
                    <a:pt x="1589" y="1213"/>
                  </a:lnTo>
                  <a:close/>
                  <a:moveTo>
                    <a:pt x="1589" y="1192"/>
                  </a:moveTo>
                  <a:lnTo>
                    <a:pt x="1589" y="1192"/>
                  </a:lnTo>
                  <a:lnTo>
                    <a:pt x="1589" y="1192"/>
                  </a:lnTo>
                  <a:close/>
                  <a:moveTo>
                    <a:pt x="1563" y="1192"/>
                  </a:moveTo>
                  <a:lnTo>
                    <a:pt x="1563" y="1192"/>
                  </a:lnTo>
                  <a:lnTo>
                    <a:pt x="1563" y="1192"/>
                  </a:lnTo>
                  <a:close/>
                  <a:moveTo>
                    <a:pt x="1563" y="1192"/>
                  </a:moveTo>
                  <a:lnTo>
                    <a:pt x="1563" y="1192"/>
                  </a:lnTo>
                  <a:lnTo>
                    <a:pt x="1563" y="1192"/>
                  </a:lnTo>
                  <a:close/>
                  <a:moveTo>
                    <a:pt x="1563" y="1171"/>
                  </a:moveTo>
                  <a:lnTo>
                    <a:pt x="1563" y="1171"/>
                  </a:lnTo>
                  <a:lnTo>
                    <a:pt x="1563" y="1171"/>
                  </a:lnTo>
                  <a:close/>
                  <a:moveTo>
                    <a:pt x="1541" y="1171"/>
                  </a:moveTo>
                  <a:lnTo>
                    <a:pt x="1563" y="1171"/>
                  </a:lnTo>
                  <a:lnTo>
                    <a:pt x="1541" y="1171"/>
                  </a:lnTo>
                  <a:close/>
                  <a:moveTo>
                    <a:pt x="1541" y="1149"/>
                  </a:moveTo>
                  <a:lnTo>
                    <a:pt x="1541" y="1171"/>
                  </a:lnTo>
                  <a:lnTo>
                    <a:pt x="1541" y="1149"/>
                  </a:lnTo>
                  <a:close/>
                  <a:moveTo>
                    <a:pt x="1541" y="1149"/>
                  </a:moveTo>
                  <a:lnTo>
                    <a:pt x="1541" y="1149"/>
                  </a:lnTo>
                  <a:lnTo>
                    <a:pt x="1541" y="1149"/>
                  </a:lnTo>
                  <a:close/>
                  <a:moveTo>
                    <a:pt x="1520" y="1149"/>
                  </a:moveTo>
                  <a:lnTo>
                    <a:pt x="1541" y="1149"/>
                  </a:lnTo>
                  <a:lnTo>
                    <a:pt x="1520" y="1149"/>
                  </a:lnTo>
                  <a:close/>
                  <a:moveTo>
                    <a:pt x="85" y="21"/>
                  </a:moveTo>
                  <a:lnTo>
                    <a:pt x="85" y="21"/>
                  </a:lnTo>
                  <a:cubicBezTo>
                    <a:pt x="662" y="286"/>
                    <a:pt x="1144" y="662"/>
                    <a:pt x="1520" y="1149"/>
                  </a:cubicBezTo>
                  <a:cubicBezTo>
                    <a:pt x="1144" y="662"/>
                    <a:pt x="662" y="286"/>
                    <a:pt x="85" y="21"/>
                  </a:cubicBezTo>
                  <a:lnTo>
                    <a:pt x="85" y="21"/>
                  </a:lnTo>
                  <a:close/>
                  <a:moveTo>
                    <a:pt x="64" y="21"/>
                  </a:moveTo>
                  <a:lnTo>
                    <a:pt x="64" y="21"/>
                  </a:lnTo>
                  <a:lnTo>
                    <a:pt x="64" y="21"/>
                  </a:lnTo>
                  <a:close/>
                  <a:moveTo>
                    <a:pt x="64" y="21"/>
                  </a:moveTo>
                  <a:lnTo>
                    <a:pt x="64" y="21"/>
                  </a:lnTo>
                  <a:lnTo>
                    <a:pt x="64" y="21"/>
                  </a:lnTo>
                  <a:close/>
                  <a:moveTo>
                    <a:pt x="43" y="21"/>
                  </a:moveTo>
                  <a:lnTo>
                    <a:pt x="43" y="21"/>
                  </a:lnTo>
                  <a:lnTo>
                    <a:pt x="43" y="21"/>
                  </a:lnTo>
                  <a:close/>
                  <a:moveTo>
                    <a:pt x="43" y="21"/>
                  </a:moveTo>
                  <a:lnTo>
                    <a:pt x="43" y="21"/>
                  </a:lnTo>
                  <a:lnTo>
                    <a:pt x="43" y="21"/>
                  </a:lnTo>
                  <a:close/>
                  <a:moveTo>
                    <a:pt x="43" y="21"/>
                  </a:moveTo>
                  <a:lnTo>
                    <a:pt x="43" y="21"/>
                  </a:lnTo>
                  <a:lnTo>
                    <a:pt x="43" y="21"/>
                  </a:lnTo>
                  <a:close/>
                  <a:moveTo>
                    <a:pt x="21" y="0"/>
                  </a:moveTo>
                  <a:lnTo>
                    <a:pt x="21" y="0"/>
                  </a:lnTo>
                  <a:lnTo>
                    <a:pt x="21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8403835" y="1777338"/>
              <a:ext cx="195137" cy="141228"/>
            </a:xfrm>
            <a:custGeom>
              <a:avLst/>
              <a:gdLst/>
              <a:ahLst/>
              <a:cxnLst/>
              <a:rect l="l" t="t" r="r" b="b"/>
              <a:pathLst>
                <a:path w="9053" h="6552" extrusionOk="0">
                  <a:moveTo>
                    <a:pt x="377" y="0"/>
                  </a:moveTo>
                  <a:cubicBezTo>
                    <a:pt x="112" y="503"/>
                    <a:pt x="1" y="1165"/>
                    <a:pt x="684" y="1875"/>
                  </a:cubicBezTo>
                  <a:cubicBezTo>
                    <a:pt x="2035" y="3310"/>
                    <a:pt x="5938" y="6552"/>
                    <a:pt x="7484" y="6552"/>
                  </a:cubicBezTo>
                  <a:lnTo>
                    <a:pt x="7659" y="6552"/>
                  </a:lnTo>
                  <a:cubicBezTo>
                    <a:pt x="8125" y="6440"/>
                    <a:pt x="8607" y="6308"/>
                    <a:pt x="9052" y="6176"/>
                  </a:cubicBezTo>
                  <a:cubicBezTo>
                    <a:pt x="8851" y="4852"/>
                    <a:pt x="8454" y="3660"/>
                    <a:pt x="7770" y="2754"/>
                  </a:cubicBezTo>
                  <a:lnTo>
                    <a:pt x="7749" y="2754"/>
                  </a:lnTo>
                  <a:lnTo>
                    <a:pt x="7749" y="2733"/>
                  </a:lnTo>
                  <a:cubicBezTo>
                    <a:pt x="7728" y="2733"/>
                    <a:pt x="7728" y="2712"/>
                    <a:pt x="7728" y="2712"/>
                  </a:cubicBezTo>
                  <a:lnTo>
                    <a:pt x="7728" y="2691"/>
                  </a:lnTo>
                  <a:lnTo>
                    <a:pt x="7702" y="2691"/>
                  </a:lnTo>
                  <a:lnTo>
                    <a:pt x="7702" y="2670"/>
                  </a:lnTo>
                  <a:lnTo>
                    <a:pt x="7680" y="2670"/>
                  </a:lnTo>
                  <a:lnTo>
                    <a:pt x="7680" y="2648"/>
                  </a:lnTo>
                  <a:lnTo>
                    <a:pt x="7659" y="2648"/>
                  </a:lnTo>
                  <a:cubicBezTo>
                    <a:pt x="7283" y="2161"/>
                    <a:pt x="6801" y="1785"/>
                    <a:pt x="6224" y="1520"/>
                  </a:cubicBezTo>
                  <a:lnTo>
                    <a:pt x="6182" y="1520"/>
                  </a:lnTo>
                  <a:cubicBezTo>
                    <a:pt x="6182" y="1499"/>
                    <a:pt x="6160" y="1499"/>
                    <a:pt x="6160" y="1499"/>
                  </a:cubicBezTo>
                  <a:lnTo>
                    <a:pt x="6139" y="1499"/>
                  </a:lnTo>
                  <a:cubicBezTo>
                    <a:pt x="4768" y="927"/>
                    <a:pt x="2670" y="419"/>
                    <a:pt x="377" y="0"/>
                  </a:cubicBezTo>
                  <a:close/>
                </a:path>
              </a:pathLst>
            </a:custGeom>
            <a:solidFill>
              <a:srgbClr val="FFFFFF">
                <a:alpha val="6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6697208" y="1753930"/>
              <a:ext cx="104714" cy="101395"/>
            </a:xfrm>
            <a:custGeom>
              <a:avLst/>
              <a:gdLst/>
              <a:ahLst/>
              <a:cxnLst/>
              <a:rect l="l" t="t" r="r" b="b"/>
              <a:pathLst>
                <a:path w="4858" h="4704" extrusionOk="0">
                  <a:moveTo>
                    <a:pt x="1192" y="0"/>
                  </a:moveTo>
                  <a:cubicBezTo>
                    <a:pt x="663" y="1526"/>
                    <a:pt x="287" y="3115"/>
                    <a:pt x="1" y="4704"/>
                  </a:cubicBezTo>
                  <a:cubicBezTo>
                    <a:pt x="1637" y="4682"/>
                    <a:pt x="4857" y="4439"/>
                    <a:pt x="4857" y="3136"/>
                  </a:cubicBezTo>
                  <a:cubicBezTo>
                    <a:pt x="4857" y="1854"/>
                    <a:pt x="2474" y="578"/>
                    <a:pt x="1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"/>
          <p:cNvSpPr/>
          <p:nvPr/>
        </p:nvSpPr>
        <p:spPr>
          <a:xfrm>
            <a:off x="-33675" y="888875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20"/>
          <p:cNvSpPr/>
          <p:nvPr/>
        </p:nvSpPr>
        <p:spPr>
          <a:xfrm flipH="1">
            <a:off x="1352417" y="90427"/>
            <a:ext cx="1120808" cy="267303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0"/>
          <p:cNvSpPr/>
          <p:nvPr/>
        </p:nvSpPr>
        <p:spPr>
          <a:xfrm flipH="1"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8387725" y="317675"/>
            <a:ext cx="1259352" cy="300351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6704575" y="189975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8103200" y="1735775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20"/>
          <p:cNvGrpSpPr/>
          <p:nvPr/>
        </p:nvGrpSpPr>
        <p:grpSpPr>
          <a:xfrm flipH="1">
            <a:off x="7699137" y="3553303"/>
            <a:ext cx="1003192" cy="1289557"/>
            <a:chOff x="1307321" y="654999"/>
            <a:chExt cx="1131632" cy="1454661"/>
          </a:xfrm>
        </p:grpSpPr>
        <p:sp>
          <p:nvSpPr>
            <p:cNvPr id="508" name="Google Shape;508;p20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20"/>
          <p:cNvSpPr/>
          <p:nvPr/>
        </p:nvSpPr>
        <p:spPr>
          <a:xfrm>
            <a:off x="-1938112" y="48369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20"/>
          <p:cNvGrpSpPr/>
          <p:nvPr/>
        </p:nvGrpSpPr>
        <p:grpSpPr>
          <a:xfrm flipH="1">
            <a:off x="-2102160" y="3843765"/>
            <a:ext cx="3284189" cy="1168269"/>
            <a:chOff x="2536050" y="2210275"/>
            <a:chExt cx="5672175" cy="2017737"/>
          </a:xfrm>
        </p:grpSpPr>
        <p:sp>
          <p:nvSpPr>
            <p:cNvPr id="512" name="Google Shape;512;p20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0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7" name="Google Shape;517;p20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8" name="Google Shape;518;p20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0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0" name="Google Shape;520;p20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1" name="Google Shape;521;p20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2" name="Google Shape;522;p20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3" name="Google Shape;523;p20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" name="Google Shape;533;p20"/>
          <p:cNvSpPr/>
          <p:nvPr/>
        </p:nvSpPr>
        <p:spPr>
          <a:xfrm>
            <a:off x="881650" y="357715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573613" y="218255"/>
            <a:ext cx="250671" cy="247486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0"/>
          <p:cNvSpPr/>
          <p:nvPr/>
        </p:nvSpPr>
        <p:spPr>
          <a:xfrm rot="10800000" flipH="1">
            <a:off x="8702325" y="1231025"/>
            <a:ext cx="475178" cy="4130850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"/>
          <p:cNvSpPr/>
          <p:nvPr/>
        </p:nvSpPr>
        <p:spPr>
          <a:xfrm flipH="1">
            <a:off x="-33672" y="-30354"/>
            <a:ext cx="441750" cy="4098509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4"/>
          <p:cNvSpPr/>
          <p:nvPr/>
        </p:nvSpPr>
        <p:spPr>
          <a:xfrm flipH="1">
            <a:off x="-155633" y="233252"/>
            <a:ext cx="1120808" cy="267303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4"/>
          <p:cNvSpPr/>
          <p:nvPr/>
        </p:nvSpPr>
        <p:spPr>
          <a:xfrm flipH="1">
            <a:off x="0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8340600" y="1455425"/>
            <a:ext cx="1259352" cy="300351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7202800" y="189975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4"/>
          <p:cNvSpPr/>
          <p:nvPr/>
        </p:nvSpPr>
        <p:spPr>
          <a:xfrm flipH="1">
            <a:off x="558000" y="990602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4"/>
          <p:cNvSpPr/>
          <p:nvPr/>
        </p:nvSpPr>
        <p:spPr>
          <a:xfrm flipH="1">
            <a:off x="2167050" y="189977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" name="Google Shape;640;p24"/>
          <p:cNvGrpSpPr/>
          <p:nvPr/>
        </p:nvGrpSpPr>
        <p:grpSpPr>
          <a:xfrm>
            <a:off x="7562546" y="3438014"/>
            <a:ext cx="1056266" cy="1357781"/>
            <a:chOff x="1307321" y="654999"/>
            <a:chExt cx="1131632" cy="1454661"/>
          </a:xfrm>
        </p:grpSpPr>
        <p:sp>
          <p:nvSpPr>
            <p:cNvPr id="641" name="Google Shape;641;p24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3" name="Google Shape;643;p24"/>
          <p:cNvSpPr/>
          <p:nvPr/>
        </p:nvSpPr>
        <p:spPr>
          <a:xfrm rot="10800000" flipH="1">
            <a:off x="8702325" y="1078625"/>
            <a:ext cx="475178" cy="4130850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4"/>
          <p:cNvSpPr/>
          <p:nvPr/>
        </p:nvSpPr>
        <p:spPr>
          <a:xfrm flipH="1">
            <a:off x="-33672" y="-30354"/>
            <a:ext cx="441750" cy="4098509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5"/>
          <p:cNvSpPr/>
          <p:nvPr/>
        </p:nvSpPr>
        <p:spPr>
          <a:xfrm>
            <a:off x="8242400" y="352975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5"/>
          <p:cNvSpPr/>
          <p:nvPr/>
        </p:nvSpPr>
        <p:spPr>
          <a:xfrm flipH="1">
            <a:off x="-629758" y="1422027"/>
            <a:ext cx="1120808" cy="267303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5"/>
          <p:cNvSpPr/>
          <p:nvPr/>
        </p:nvSpPr>
        <p:spPr>
          <a:xfrm flipH="1">
            <a:off x="-1041000" y="3009775"/>
            <a:ext cx="11225986" cy="3987262"/>
          </a:xfrm>
          <a:custGeom>
            <a:avLst/>
            <a:gdLst/>
            <a:ahLst/>
            <a:cxnLst/>
            <a:rect l="l" t="t" r="r" b="b"/>
            <a:pathLst>
              <a:path w="105159" h="44599" extrusionOk="0">
                <a:moveTo>
                  <a:pt x="11224" y="0"/>
                </a:moveTo>
                <a:cubicBezTo>
                  <a:pt x="10502" y="0"/>
                  <a:pt x="9781" y="108"/>
                  <a:pt x="9073" y="332"/>
                </a:cubicBezTo>
                <a:cubicBezTo>
                  <a:pt x="4704" y="1725"/>
                  <a:pt x="2474" y="7106"/>
                  <a:pt x="3777" y="12646"/>
                </a:cubicBezTo>
                <a:cubicBezTo>
                  <a:pt x="3094" y="13573"/>
                  <a:pt x="2495" y="14632"/>
                  <a:pt x="2056" y="15803"/>
                </a:cubicBezTo>
                <a:cubicBezTo>
                  <a:pt x="1" y="21078"/>
                  <a:pt x="1526" y="26570"/>
                  <a:pt x="5456" y="28095"/>
                </a:cubicBezTo>
                <a:cubicBezTo>
                  <a:pt x="6140" y="28363"/>
                  <a:pt x="6856" y="28490"/>
                  <a:pt x="7583" y="28490"/>
                </a:cubicBezTo>
                <a:cubicBezTo>
                  <a:pt x="8355" y="28490"/>
                  <a:pt x="9139" y="28347"/>
                  <a:pt x="9910" y="28074"/>
                </a:cubicBezTo>
                <a:cubicBezTo>
                  <a:pt x="12072" y="31019"/>
                  <a:pt x="15525" y="32772"/>
                  <a:pt x="19177" y="32772"/>
                </a:cubicBezTo>
                <a:cubicBezTo>
                  <a:pt x="20340" y="32772"/>
                  <a:pt x="21523" y="32594"/>
                  <a:pt x="22690" y="32221"/>
                </a:cubicBezTo>
                <a:cubicBezTo>
                  <a:pt x="23596" y="31935"/>
                  <a:pt x="24454" y="31538"/>
                  <a:pt x="25227" y="31072"/>
                </a:cubicBezTo>
                <a:cubicBezTo>
                  <a:pt x="25317" y="31294"/>
                  <a:pt x="25428" y="31538"/>
                  <a:pt x="25534" y="31760"/>
                </a:cubicBezTo>
                <a:cubicBezTo>
                  <a:pt x="27256" y="35378"/>
                  <a:pt x="30613" y="37671"/>
                  <a:pt x="34300" y="38201"/>
                </a:cubicBezTo>
                <a:cubicBezTo>
                  <a:pt x="34628" y="40849"/>
                  <a:pt x="35931" y="43078"/>
                  <a:pt x="38092" y="44074"/>
                </a:cubicBezTo>
                <a:cubicBezTo>
                  <a:pt x="38875" y="44430"/>
                  <a:pt x="39708" y="44599"/>
                  <a:pt x="40557" y="44599"/>
                </a:cubicBezTo>
                <a:cubicBezTo>
                  <a:pt x="43866" y="44599"/>
                  <a:pt x="47424" y="42029"/>
                  <a:pt x="49304" y="37936"/>
                </a:cubicBezTo>
                <a:cubicBezTo>
                  <a:pt x="49765" y="36898"/>
                  <a:pt x="50098" y="35838"/>
                  <a:pt x="50294" y="34806"/>
                </a:cubicBezTo>
                <a:cubicBezTo>
                  <a:pt x="51751" y="35796"/>
                  <a:pt x="53430" y="36458"/>
                  <a:pt x="55172" y="36702"/>
                </a:cubicBezTo>
                <a:cubicBezTo>
                  <a:pt x="55506" y="39371"/>
                  <a:pt x="56830" y="41580"/>
                  <a:pt x="58970" y="42570"/>
                </a:cubicBezTo>
                <a:cubicBezTo>
                  <a:pt x="59758" y="42933"/>
                  <a:pt x="60596" y="43105"/>
                  <a:pt x="61450" y="43105"/>
                </a:cubicBezTo>
                <a:cubicBezTo>
                  <a:pt x="64755" y="43105"/>
                  <a:pt x="68305" y="40524"/>
                  <a:pt x="70182" y="36437"/>
                </a:cubicBezTo>
                <a:cubicBezTo>
                  <a:pt x="71548" y="33455"/>
                  <a:pt x="71723" y="30325"/>
                  <a:pt x="70886" y="27873"/>
                </a:cubicBezTo>
                <a:lnTo>
                  <a:pt x="70886" y="27873"/>
                </a:lnTo>
                <a:cubicBezTo>
                  <a:pt x="72629" y="29133"/>
                  <a:pt x="74949" y="29970"/>
                  <a:pt x="77528" y="30081"/>
                </a:cubicBezTo>
                <a:cubicBezTo>
                  <a:pt x="77732" y="30090"/>
                  <a:pt x="77934" y="30094"/>
                  <a:pt x="78136" y="30094"/>
                </a:cubicBezTo>
                <a:cubicBezTo>
                  <a:pt x="82448" y="30094"/>
                  <a:pt x="86136" y="28114"/>
                  <a:pt x="87527" y="25225"/>
                </a:cubicBezTo>
                <a:cubicBezTo>
                  <a:pt x="87612" y="25336"/>
                  <a:pt x="87723" y="25426"/>
                  <a:pt x="87834" y="25511"/>
                </a:cubicBezTo>
                <a:cubicBezTo>
                  <a:pt x="90340" y="27813"/>
                  <a:pt x="93393" y="28992"/>
                  <a:pt x="96180" y="28992"/>
                </a:cubicBezTo>
                <a:cubicBezTo>
                  <a:pt x="98472" y="28992"/>
                  <a:pt x="100584" y="28195"/>
                  <a:pt x="102065" y="26570"/>
                </a:cubicBezTo>
                <a:cubicBezTo>
                  <a:pt x="105158" y="23196"/>
                  <a:pt x="104406" y="17413"/>
                  <a:pt x="100503" y="13266"/>
                </a:cubicBezTo>
                <a:cubicBezTo>
                  <a:pt x="100635" y="12116"/>
                  <a:pt x="100609" y="10904"/>
                  <a:pt x="100434" y="9670"/>
                </a:cubicBezTo>
                <a:cubicBezTo>
                  <a:pt x="99637" y="4480"/>
                  <a:pt x="96070" y="641"/>
                  <a:pt x="92219" y="641"/>
                </a:cubicBezTo>
                <a:cubicBezTo>
                  <a:pt x="91928" y="641"/>
                  <a:pt x="91634" y="663"/>
                  <a:pt x="91340" y="708"/>
                </a:cubicBezTo>
                <a:cubicBezTo>
                  <a:pt x="89842" y="931"/>
                  <a:pt x="88518" y="1746"/>
                  <a:pt x="87501" y="2959"/>
                </a:cubicBezTo>
                <a:cubicBezTo>
                  <a:pt x="86019" y="2303"/>
                  <a:pt x="84430" y="1977"/>
                  <a:pt x="82842" y="1977"/>
                </a:cubicBezTo>
                <a:cubicBezTo>
                  <a:pt x="79725" y="1977"/>
                  <a:pt x="76617" y="3234"/>
                  <a:pt x="74350" y="5719"/>
                </a:cubicBezTo>
                <a:cubicBezTo>
                  <a:pt x="73492" y="6667"/>
                  <a:pt x="72830" y="7705"/>
                  <a:pt x="72322" y="8806"/>
                </a:cubicBezTo>
                <a:cubicBezTo>
                  <a:pt x="71041" y="8222"/>
                  <a:pt x="69569" y="7918"/>
                  <a:pt x="68015" y="7918"/>
                </a:cubicBezTo>
                <a:cubicBezTo>
                  <a:pt x="66458" y="7918"/>
                  <a:pt x="64818" y="8223"/>
                  <a:pt x="63207" y="8854"/>
                </a:cubicBezTo>
                <a:cubicBezTo>
                  <a:pt x="62190" y="8298"/>
                  <a:pt x="61067" y="7858"/>
                  <a:pt x="59854" y="7572"/>
                </a:cubicBezTo>
                <a:cubicBezTo>
                  <a:pt x="58791" y="7322"/>
                  <a:pt x="57740" y="7202"/>
                  <a:pt x="56727" y="7202"/>
                </a:cubicBezTo>
                <a:cubicBezTo>
                  <a:pt x="53910" y="7202"/>
                  <a:pt x="51396" y="8128"/>
                  <a:pt x="49791" y="9733"/>
                </a:cubicBezTo>
                <a:cubicBezTo>
                  <a:pt x="48932" y="9525"/>
                  <a:pt x="48025" y="9418"/>
                  <a:pt x="47090" y="9418"/>
                </a:cubicBezTo>
                <a:cubicBezTo>
                  <a:pt x="45545" y="9418"/>
                  <a:pt x="43926" y="9711"/>
                  <a:pt x="42329" y="10332"/>
                </a:cubicBezTo>
                <a:cubicBezTo>
                  <a:pt x="41317" y="9781"/>
                  <a:pt x="40189" y="9336"/>
                  <a:pt x="38976" y="9050"/>
                </a:cubicBezTo>
                <a:cubicBezTo>
                  <a:pt x="37912" y="8806"/>
                  <a:pt x="36865" y="8688"/>
                  <a:pt x="35857" y="8688"/>
                </a:cubicBezTo>
                <a:cubicBezTo>
                  <a:pt x="34416" y="8688"/>
                  <a:pt x="33057" y="8929"/>
                  <a:pt x="31847" y="9384"/>
                </a:cubicBezTo>
                <a:cubicBezTo>
                  <a:pt x="29772" y="8116"/>
                  <a:pt x="27541" y="7495"/>
                  <a:pt x="25500" y="7495"/>
                </a:cubicBezTo>
                <a:cubicBezTo>
                  <a:pt x="23806" y="7495"/>
                  <a:pt x="22244" y="7923"/>
                  <a:pt x="21011" y="8764"/>
                </a:cubicBezTo>
                <a:cubicBezTo>
                  <a:pt x="20969" y="8610"/>
                  <a:pt x="20926" y="8478"/>
                  <a:pt x="20879" y="8345"/>
                </a:cubicBezTo>
                <a:cubicBezTo>
                  <a:pt x="19289" y="3346"/>
                  <a:pt x="15253" y="0"/>
                  <a:pt x="11224" y="0"/>
                </a:cubicBezTo>
                <a:close/>
              </a:path>
            </a:pathLst>
          </a:custGeom>
          <a:solidFill>
            <a:srgbClr val="FFFFFF">
              <a:alpha val="39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-78" y="4705507"/>
            <a:ext cx="9144064" cy="438003"/>
          </a:xfrm>
          <a:custGeom>
            <a:avLst/>
            <a:gdLst/>
            <a:ahLst/>
            <a:cxnLst/>
            <a:rect l="l" t="t" r="r" b="b"/>
            <a:pathLst>
              <a:path w="87612" h="9670" extrusionOk="0">
                <a:moveTo>
                  <a:pt x="18981" y="0"/>
                </a:moveTo>
                <a:cubicBezTo>
                  <a:pt x="15418" y="0"/>
                  <a:pt x="11743" y="156"/>
                  <a:pt x="8077" y="470"/>
                </a:cubicBezTo>
                <a:cubicBezTo>
                  <a:pt x="5387" y="713"/>
                  <a:pt x="2691" y="1020"/>
                  <a:pt x="0" y="1264"/>
                </a:cubicBezTo>
                <a:lnTo>
                  <a:pt x="0" y="9669"/>
                </a:lnTo>
                <a:lnTo>
                  <a:pt x="87611" y="9669"/>
                </a:lnTo>
                <a:lnTo>
                  <a:pt x="87611" y="4023"/>
                </a:lnTo>
                <a:cubicBezTo>
                  <a:pt x="84100" y="3160"/>
                  <a:pt x="79821" y="2609"/>
                  <a:pt x="75033" y="2456"/>
                </a:cubicBezTo>
                <a:cubicBezTo>
                  <a:pt x="74101" y="2429"/>
                  <a:pt x="73160" y="2417"/>
                  <a:pt x="72210" y="2417"/>
                </a:cubicBezTo>
                <a:cubicBezTo>
                  <a:pt x="65222" y="2417"/>
                  <a:pt x="57810" y="3055"/>
                  <a:pt x="50755" y="3097"/>
                </a:cubicBezTo>
                <a:cubicBezTo>
                  <a:pt x="48196" y="3097"/>
                  <a:pt x="45660" y="3028"/>
                  <a:pt x="43430" y="2763"/>
                </a:cubicBezTo>
                <a:cubicBezTo>
                  <a:pt x="40670" y="2456"/>
                  <a:pt x="38462" y="1878"/>
                  <a:pt x="36015" y="1418"/>
                </a:cubicBezTo>
                <a:cubicBezTo>
                  <a:pt x="31114" y="477"/>
                  <a:pt x="25219" y="0"/>
                  <a:pt x="189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5"/>
          <p:cNvSpPr/>
          <p:nvPr/>
        </p:nvSpPr>
        <p:spPr>
          <a:xfrm flipH="1">
            <a:off x="8215300" y="1337275"/>
            <a:ext cx="1259352" cy="300351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8702325" y="-45775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5"/>
          <p:cNvSpPr/>
          <p:nvPr/>
        </p:nvSpPr>
        <p:spPr>
          <a:xfrm rot="10800000">
            <a:off x="-25576" y="1044981"/>
            <a:ext cx="467251" cy="4144294"/>
          </a:xfrm>
          <a:custGeom>
            <a:avLst/>
            <a:gdLst/>
            <a:ahLst/>
            <a:cxnLst/>
            <a:rect l="l" t="t" r="r" b="b"/>
            <a:pathLst>
              <a:path w="2671" h="24782" extrusionOk="0">
                <a:moveTo>
                  <a:pt x="1" y="0"/>
                </a:moveTo>
                <a:lnTo>
                  <a:pt x="2649" y="24782"/>
                </a:lnTo>
                <a:lnTo>
                  <a:pt x="2649" y="21694"/>
                </a:lnTo>
                <a:lnTo>
                  <a:pt x="2670" y="2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385650" y="196725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6940825" y="985800"/>
            <a:ext cx="655160" cy="156247"/>
          </a:xfrm>
          <a:custGeom>
            <a:avLst/>
            <a:gdLst/>
            <a:ahLst/>
            <a:cxnLst/>
            <a:rect l="l" t="t" r="r" b="b"/>
            <a:pathLst>
              <a:path w="9736" h="2322" extrusionOk="0">
                <a:moveTo>
                  <a:pt x="4043" y="0"/>
                </a:moveTo>
                <a:cubicBezTo>
                  <a:pt x="3835" y="0"/>
                  <a:pt x="3633" y="146"/>
                  <a:pt x="3465" y="315"/>
                </a:cubicBezTo>
                <a:cubicBezTo>
                  <a:pt x="3221" y="558"/>
                  <a:pt x="3046" y="887"/>
                  <a:pt x="2935" y="1263"/>
                </a:cubicBezTo>
                <a:cubicBezTo>
                  <a:pt x="2820" y="1184"/>
                  <a:pt x="2689" y="1126"/>
                  <a:pt x="2556" y="1126"/>
                </a:cubicBezTo>
                <a:cubicBezTo>
                  <a:pt x="2535" y="1126"/>
                  <a:pt x="2515" y="1128"/>
                  <a:pt x="2495" y="1130"/>
                </a:cubicBezTo>
                <a:cubicBezTo>
                  <a:pt x="2342" y="1151"/>
                  <a:pt x="2188" y="1284"/>
                  <a:pt x="2188" y="1485"/>
                </a:cubicBezTo>
                <a:cubicBezTo>
                  <a:pt x="2035" y="1302"/>
                  <a:pt x="1828" y="1208"/>
                  <a:pt x="1625" y="1208"/>
                </a:cubicBezTo>
                <a:cubicBezTo>
                  <a:pt x="1506" y="1208"/>
                  <a:pt x="1388" y="1240"/>
                  <a:pt x="1282" y="1305"/>
                </a:cubicBezTo>
                <a:cubicBezTo>
                  <a:pt x="1018" y="1459"/>
                  <a:pt x="838" y="1792"/>
                  <a:pt x="620" y="2015"/>
                </a:cubicBezTo>
                <a:cubicBezTo>
                  <a:pt x="488" y="2147"/>
                  <a:pt x="154" y="2253"/>
                  <a:pt x="1" y="2301"/>
                </a:cubicBezTo>
                <a:lnTo>
                  <a:pt x="9735" y="2322"/>
                </a:lnTo>
                <a:cubicBezTo>
                  <a:pt x="9359" y="2253"/>
                  <a:pt x="8914" y="2168"/>
                  <a:pt x="8697" y="1771"/>
                </a:cubicBezTo>
                <a:cubicBezTo>
                  <a:pt x="8607" y="1618"/>
                  <a:pt x="8565" y="1416"/>
                  <a:pt x="8432" y="1353"/>
                </a:cubicBezTo>
                <a:cubicBezTo>
                  <a:pt x="8380" y="1315"/>
                  <a:pt x="8322" y="1300"/>
                  <a:pt x="8263" y="1300"/>
                </a:cubicBezTo>
                <a:cubicBezTo>
                  <a:pt x="8147" y="1300"/>
                  <a:pt x="8025" y="1357"/>
                  <a:pt x="7924" y="1416"/>
                </a:cubicBezTo>
                <a:cubicBezTo>
                  <a:pt x="7909" y="1431"/>
                  <a:pt x="7881" y="1446"/>
                  <a:pt x="7851" y="1446"/>
                </a:cubicBezTo>
                <a:cubicBezTo>
                  <a:pt x="7838" y="1446"/>
                  <a:pt x="7825" y="1444"/>
                  <a:pt x="7813" y="1437"/>
                </a:cubicBezTo>
                <a:cubicBezTo>
                  <a:pt x="7770" y="1416"/>
                  <a:pt x="7749" y="1395"/>
                  <a:pt x="7723" y="1353"/>
                </a:cubicBezTo>
                <a:cubicBezTo>
                  <a:pt x="7590" y="1130"/>
                  <a:pt x="7569" y="865"/>
                  <a:pt x="7416" y="664"/>
                </a:cubicBezTo>
                <a:cubicBezTo>
                  <a:pt x="7306" y="528"/>
                  <a:pt x="7152" y="458"/>
                  <a:pt x="6992" y="458"/>
                </a:cubicBezTo>
                <a:cubicBezTo>
                  <a:pt x="6898" y="458"/>
                  <a:pt x="6802" y="483"/>
                  <a:pt x="6711" y="532"/>
                </a:cubicBezTo>
                <a:cubicBezTo>
                  <a:pt x="6489" y="643"/>
                  <a:pt x="6335" y="908"/>
                  <a:pt x="6245" y="1194"/>
                </a:cubicBezTo>
                <a:cubicBezTo>
                  <a:pt x="6070" y="1019"/>
                  <a:pt x="5869" y="823"/>
                  <a:pt x="5652" y="754"/>
                </a:cubicBezTo>
                <a:cubicBezTo>
                  <a:pt x="5573" y="725"/>
                  <a:pt x="5492" y="710"/>
                  <a:pt x="5413" y="710"/>
                </a:cubicBezTo>
                <a:cubicBezTo>
                  <a:pt x="5247" y="710"/>
                  <a:pt x="5087" y="775"/>
                  <a:pt x="4969" y="908"/>
                </a:cubicBezTo>
                <a:cubicBezTo>
                  <a:pt x="4767" y="489"/>
                  <a:pt x="4481" y="29"/>
                  <a:pt x="4084" y="2"/>
                </a:cubicBezTo>
                <a:cubicBezTo>
                  <a:pt x="4070" y="1"/>
                  <a:pt x="4056" y="0"/>
                  <a:pt x="40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5" name="Google Shape;655;p25"/>
          <p:cNvGrpSpPr/>
          <p:nvPr/>
        </p:nvGrpSpPr>
        <p:grpSpPr>
          <a:xfrm flipH="1">
            <a:off x="570762" y="3587003"/>
            <a:ext cx="1003192" cy="1289557"/>
            <a:chOff x="1307321" y="654999"/>
            <a:chExt cx="1131632" cy="1454661"/>
          </a:xfrm>
        </p:grpSpPr>
        <p:sp>
          <p:nvSpPr>
            <p:cNvPr id="656" name="Google Shape;656;p25"/>
            <p:cNvSpPr/>
            <p:nvPr/>
          </p:nvSpPr>
          <p:spPr>
            <a:xfrm>
              <a:off x="1307321" y="654999"/>
              <a:ext cx="1131632" cy="1021965"/>
            </a:xfrm>
            <a:custGeom>
              <a:avLst/>
              <a:gdLst/>
              <a:ahLst/>
              <a:cxnLst/>
              <a:rect l="l" t="t" r="r" b="b"/>
              <a:pathLst>
                <a:path w="25735" h="23241" extrusionOk="0">
                  <a:moveTo>
                    <a:pt x="15539" y="0"/>
                  </a:moveTo>
                  <a:cubicBezTo>
                    <a:pt x="12250" y="0"/>
                    <a:pt x="9602" y="3379"/>
                    <a:pt x="9602" y="7547"/>
                  </a:cubicBezTo>
                  <a:lnTo>
                    <a:pt x="9602" y="7833"/>
                  </a:lnTo>
                  <a:cubicBezTo>
                    <a:pt x="9181" y="7709"/>
                    <a:pt x="8736" y="7647"/>
                    <a:pt x="8276" y="7647"/>
                  </a:cubicBezTo>
                  <a:cubicBezTo>
                    <a:pt x="6379" y="7647"/>
                    <a:pt x="4247" y="8691"/>
                    <a:pt x="2648" y="10593"/>
                  </a:cubicBezTo>
                  <a:cubicBezTo>
                    <a:pt x="223" y="13527"/>
                    <a:pt x="0" y="17367"/>
                    <a:pt x="2187" y="19178"/>
                  </a:cubicBezTo>
                  <a:cubicBezTo>
                    <a:pt x="2947" y="19817"/>
                    <a:pt x="3890" y="20121"/>
                    <a:pt x="4905" y="20121"/>
                  </a:cubicBezTo>
                  <a:cubicBezTo>
                    <a:pt x="5539" y="20121"/>
                    <a:pt x="6202" y="20002"/>
                    <a:pt x="6864" y="19771"/>
                  </a:cubicBezTo>
                  <a:cubicBezTo>
                    <a:pt x="8257" y="21869"/>
                    <a:pt x="10619" y="23240"/>
                    <a:pt x="13310" y="23240"/>
                  </a:cubicBezTo>
                  <a:cubicBezTo>
                    <a:pt x="16731" y="23240"/>
                    <a:pt x="19644" y="21032"/>
                    <a:pt x="20656" y="17965"/>
                  </a:cubicBezTo>
                  <a:cubicBezTo>
                    <a:pt x="20725" y="17968"/>
                    <a:pt x="20795" y="17969"/>
                    <a:pt x="20864" y="17969"/>
                  </a:cubicBezTo>
                  <a:cubicBezTo>
                    <a:pt x="21868" y="17969"/>
                    <a:pt x="22783" y="17680"/>
                    <a:pt x="23526" y="17081"/>
                  </a:cubicBezTo>
                  <a:cubicBezTo>
                    <a:pt x="25735" y="15296"/>
                    <a:pt x="25602" y="11456"/>
                    <a:pt x="23198" y="8496"/>
                  </a:cubicBezTo>
                  <a:cubicBezTo>
                    <a:pt x="22668" y="7833"/>
                    <a:pt x="22070" y="7283"/>
                    <a:pt x="21450" y="6822"/>
                  </a:cubicBezTo>
                  <a:cubicBezTo>
                    <a:pt x="21164" y="3003"/>
                    <a:pt x="18627" y="0"/>
                    <a:pt x="15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1876952" y="1126611"/>
              <a:ext cx="81569" cy="983049"/>
            </a:xfrm>
            <a:custGeom>
              <a:avLst/>
              <a:gdLst/>
              <a:ahLst/>
              <a:cxnLst/>
              <a:rect l="l" t="t" r="r" b="b"/>
              <a:pathLst>
                <a:path w="1855" h="22356" extrusionOk="0">
                  <a:moveTo>
                    <a:pt x="711" y="0"/>
                  </a:moveTo>
                  <a:lnTo>
                    <a:pt x="1" y="22356"/>
                  </a:lnTo>
                  <a:lnTo>
                    <a:pt x="1855" y="22287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9E4D1">
            <a:alpha val="4717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Black Han Sans"/>
              <a:buNone/>
              <a:defRPr sz="27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0" r:id="rId9"/>
    <p:sldLayoutId id="2147483662" r:id="rId10"/>
    <p:sldLayoutId id="2147483664" r:id="rId11"/>
    <p:sldLayoutId id="2147483665" r:id="rId12"/>
    <p:sldLayoutId id="2147483666" r:id="rId13"/>
    <p:sldLayoutId id="2147483670" r:id="rId14"/>
    <p:sldLayoutId id="214748367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cpi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afdc.energy.gov/data/" TargetMode="External"/><Relationship Id="rId4" Type="http://schemas.openxmlformats.org/officeDocument/2006/relationships/hyperlink" Target="https://www.eia.gov/petroleum/gasdiese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9"/>
          <p:cNvSpPr txBox="1">
            <a:spLocks noGrp="1"/>
          </p:cNvSpPr>
          <p:nvPr>
            <p:ph type="subTitle" idx="1"/>
          </p:nvPr>
        </p:nvSpPr>
        <p:spPr>
          <a:xfrm>
            <a:off x="844500" y="2302950"/>
            <a:ext cx="59484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Zhan Xin Wang</a:t>
            </a:r>
            <a:endParaRPr dirty="0"/>
          </a:p>
        </p:txBody>
      </p:sp>
      <p:sp>
        <p:nvSpPr>
          <p:cNvPr id="669" name="Google Shape;669;p29"/>
          <p:cNvSpPr txBox="1">
            <a:spLocks noGrp="1"/>
          </p:cNvSpPr>
          <p:nvPr>
            <p:ph type="ctrTitle"/>
          </p:nvPr>
        </p:nvSpPr>
        <p:spPr>
          <a:xfrm>
            <a:off x="249382" y="599625"/>
            <a:ext cx="8728363" cy="178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</a:rPr>
              <a:t>How the Car Industry Has Evolved Over the </a:t>
            </a:r>
            <a:r>
              <a:rPr lang="en-US" sz="4800" b="1" dirty="0"/>
              <a:t>Past </a:t>
            </a:r>
            <a:r>
              <a:rPr lang="en-US" sz="4800" b="1" dirty="0">
                <a:solidFill>
                  <a:srgbClr val="2A2E3F"/>
                </a:solidFill>
              </a:rPr>
              <a:t>Decades</a:t>
            </a:r>
          </a:p>
        </p:txBody>
      </p:sp>
      <p:grpSp>
        <p:nvGrpSpPr>
          <p:cNvPr id="685" name="Google Shape;685;p29"/>
          <p:cNvGrpSpPr/>
          <p:nvPr/>
        </p:nvGrpSpPr>
        <p:grpSpPr>
          <a:xfrm>
            <a:off x="4063865" y="3583065"/>
            <a:ext cx="3284189" cy="1168269"/>
            <a:chOff x="2536050" y="2210275"/>
            <a:chExt cx="5672175" cy="2017737"/>
          </a:xfrm>
        </p:grpSpPr>
        <p:sp>
          <p:nvSpPr>
            <p:cNvPr id="686" name="Google Shape;686;p29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7" name="Google Shape;707;p29"/>
          <p:cNvSpPr/>
          <p:nvPr/>
        </p:nvSpPr>
        <p:spPr>
          <a:xfrm>
            <a:off x="5036100" y="3060140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9"/>
          <p:cNvSpPr/>
          <p:nvPr/>
        </p:nvSpPr>
        <p:spPr>
          <a:xfrm>
            <a:off x="5330000" y="2812655"/>
            <a:ext cx="250671" cy="247486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Project Overview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17" name="Google Shape;717;p30"/>
          <p:cNvSpPr txBox="1"/>
          <p:nvPr/>
        </p:nvSpPr>
        <p:spPr>
          <a:xfrm>
            <a:off x="1591294" y="1017725"/>
            <a:ext cx="5975978" cy="340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Analyze how the U.S. car industry has changed over recent decades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Focus on: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Vehicle Consumer Price Index (CPI)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Fuel price trends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EV adoption patterns</a:t>
            </a:r>
          </a:p>
          <a:p>
            <a:endParaRPr lang="en-US" dirty="0"/>
          </a:p>
          <a:p>
            <a:r>
              <a:rPr lang="en-US" dirty="0"/>
              <a:t>All data cleaning, analysis, and plots are available in my GitHub repo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7"/>
          <p:cNvSpPr txBox="1">
            <a:spLocks noGrp="1"/>
          </p:cNvSpPr>
          <p:nvPr>
            <p:ph type="title"/>
          </p:nvPr>
        </p:nvSpPr>
        <p:spPr>
          <a:xfrm>
            <a:off x="5581402" y="445025"/>
            <a:ext cx="28425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Data Sources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1D9761D5-B254-71CE-D591-637854ECEBC5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1721922" y="1017725"/>
            <a:ext cx="6702078" cy="2283615"/>
          </a:xfrm>
        </p:spPr>
        <p:txBody>
          <a:bodyPr/>
          <a:lstStyle/>
          <a:p>
            <a:pPr marL="152400" indent="0" algn="r"/>
            <a:r>
              <a:rPr lang="en-US" b="1" dirty="0"/>
              <a:t>BLS (Bureau of Labor Statistics):</a:t>
            </a:r>
            <a:r>
              <a:rPr lang="en-US" dirty="0"/>
              <a:t> Vehicle CPI</a:t>
            </a:r>
          </a:p>
          <a:p>
            <a:pPr marL="152400" indent="0" algn="r"/>
            <a:endParaRPr lang="en-US" dirty="0"/>
          </a:p>
          <a:p>
            <a:pPr marL="152400" indent="0" algn="r"/>
            <a:r>
              <a:rPr lang="en-US" b="1" dirty="0"/>
              <a:t>EIA (Energy Information Administration):</a:t>
            </a:r>
            <a:r>
              <a:rPr lang="en-US" dirty="0"/>
              <a:t> U.S. fuel prices (Excel file)</a:t>
            </a:r>
          </a:p>
          <a:p>
            <a:pPr algn="r">
              <a:buFontTx/>
              <a:buChar char="-"/>
            </a:pPr>
            <a:endParaRPr lang="en-US" dirty="0"/>
          </a:p>
          <a:p>
            <a:pPr algn="r"/>
            <a:r>
              <a:rPr lang="en-US" b="1" dirty="0"/>
              <a:t>AFDC (Alternative Fuels Data Center):</a:t>
            </a:r>
            <a:r>
              <a:rPr lang="en-US" dirty="0"/>
              <a:t> State EV registrations (2023 snapshot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A2E3F"/>
                </a:solidFill>
              </a:rPr>
              <a:t>Data Wrangling Summary</a:t>
            </a:r>
            <a:br>
              <a:rPr lang="en-US" b="1" dirty="0">
                <a:solidFill>
                  <a:srgbClr val="2A2E3F"/>
                </a:solidFill>
              </a:rPr>
            </a:br>
            <a:endParaRPr dirty="0">
              <a:solidFill>
                <a:srgbClr val="2A2E3F"/>
              </a:solidFill>
            </a:endParaRPr>
          </a:p>
        </p:txBody>
      </p:sp>
      <p:sp>
        <p:nvSpPr>
          <p:cNvPr id="3148" name="Google Shape;3148;p51"/>
          <p:cNvSpPr txBox="1">
            <a:spLocks noGrp="1"/>
          </p:cNvSpPr>
          <p:nvPr>
            <p:ph type="subTitle" idx="1"/>
          </p:nvPr>
        </p:nvSpPr>
        <p:spPr>
          <a:xfrm>
            <a:off x="3256747" y="1348149"/>
            <a:ext cx="4269300" cy="3350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800" b="1" dirty="0">
                <a:solidFill>
                  <a:schemeClr val="accent1"/>
                </a:solidFill>
              </a:rPr>
              <a:t>Cleaned messy headers and metadata rows</a:t>
            </a:r>
          </a:p>
          <a:p>
            <a:pPr algn="l"/>
            <a:r>
              <a:rPr lang="en-US" sz="1800" b="1" dirty="0">
                <a:solidFill>
                  <a:schemeClr val="accent1"/>
                </a:solidFill>
              </a:rPr>
              <a:t>Identified correct worksheet in EIA Excel (“Data 1”)</a:t>
            </a:r>
          </a:p>
          <a:p>
            <a:pPr algn="l"/>
            <a:r>
              <a:rPr lang="en-US" sz="1800" b="1" dirty="0">
                <a:solidFill>
                  <a:schemeClr val="accent1"/>
                </a:solidFill>
              </a:rPr>
              <a:t>EV dataset required restructuring to extract total EV counts by state</a:t>
            </a:r>
          </a:p>
          <a:p>
            <a:pPr algn="l"/>
            <a:r>
              <a:rPr lang="en-US" sz="1800" b="1" dirty="0">
                <a:solidFill>
                  <a:schemeClr val="accent1"/>
                </a:solidFill>
              </a:rPr>
              <a:t>Final cleaned files are published in GitHub:</a:t>
            </a:r>
          </a:p>
          <a:p>
            <a:pPr lvl="1" algn="l"/>
            <a:r>
              <a:rPr lang="en-US" sz="1800" b="1" dirty="0" err="1">
                <a:solidFill>
                  <a:schemeClr val="accent1"/>
                </a:solidFill>
              </a:rPr>
              <a:t>cpi_vehicles_clean.csv</a:t>
            </a:r>
            <a:endParaRPr lang="en-US" sz="1800" b="1" dirty="0">
              <a:solidFill>
                <a:schemeClr val="accent1"/>
              </a:solidFill>
            </a:endParaRPr>
          </a:p>
          <a:p>
            <a:pPr lvl="1" algn="l"/>
            <a:r>
              <a:rPr lang="en-US" sz="1800" b="1" dirty="0" err="1">
                <a:solidFill>
                  <a:schemeClr val="accent1"/>
                </a:solidFill>
              </a:rPr>
              <a:t>fuel_prices_clean.csv</a:t>
            </a:r>
            <a:endParaRPr lang="en-US" sz="1800" b="1" dirty="0">
              <a:solidFill>
                <a:schemeClr val="accent1"/>
              </a:solidFill>
            </a:endParaRPr>
          </a:p>
          <a:p>
            <a:pPr lvl="1" algn="l"/>
            <a:r>
              <a:rPr lang="en-US" sz="1800" b="1" dirty="0" err="1">
                <a:solidFill>
                  <a:schemeClr val="accent1"/>
                </a:solidFill>
              </a:rPr>
              <a:t>ev_adoption_clean.csv</a:t>
            </a:r>
            <a:endParaRPr lang="en-US" sz="1800" b="1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1"/>
          <p:cNvSpPr txBox="1">
            <a:spLocks noGrp="1"/>
          </p:cNvSpPr>
          <p:nvPr>
            <p:ph type="title"/>
          </p:nvPr>
        </p:nvSpPr>
        <p:spPr>
          <a:xfrm>
            <a:off x="174680" y="334010"/>
            <a:ext cx="38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Vehicle CPI Trend</a:t>
            </a:r>
            <a:endParaRPr dirty="0"/>
          </a:p>
        </p:txBody>
      </p:sp>
      <p:sp>
        <p:nvSpPr>
          <p:cNvPr id="723" name="Google Shape;723;p31"/>
          <p:cNvSpPr txBox="1">
            <a:spLocks noGrp="1"/>
          </p:cNvSpPr>
          <p:nvPr>
            <p:ph type="subTitle" idx="1"/>
          </p:nvPr>
        </p:nvSpPr>
        <p:spPr>
          <a:xfrm>
            <a:off x="174680" y="969955"/>
            <a:ext cx="3862500" cy="17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it shows: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Vehicle prices have gradually increased over decades</a:t>
            </a:r>
          </a:p>
          <a:p>
            <a:r>
              <a:rPr lang="en-US" dirty="0"/>
              <a:t>Reflects inflation, production cost increases, and market shift toward SUVs</a:t>
            </a:r>
          </a:p>
        </p:txBody>
      </p:sp>
      <p:sp>
        <p:nvSpPr>
          <p:cNvPr id="725" name="Google Shape;725;p31"/>
          <p:cNvSpPr/>
          <p:nvPr/>
        </p:nvSpPr>
        <p:spPr>
          <a:xfrm>
            <a:off x="2105930" y="4866986"/>
            <a:ext cx="3044743" cy="146165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6" name="Google Shape;726;p31"/>
          <p:cNvGrpSpPr/>
          <p:nvPr/>
        </p:nvGrpSpPr>
        <p:grpSpPr>
          <a:xfrm>
            <a:off x="2054150" y="3757500"/>
            <a:ext cx="3148300" cy="1263895"/>
            <a:chOff x="6676775" y="1493468"/>
            <a:chExt cx="1935510" cy="777064"/>
          </a:xfrm>
        </p:grpSpPr>
        <p:sp>
          <p:nvSpPr>
            <p:cNvPr id="727" name="Google Shape;727;p31"/>
            <p:cNvSpPr/>
            <p:nvPr/>
          </p:nvSpPr>
          <p:spPr>
            <a:xfrm>
              <a:off x="6676775" y="1496292"/>
              <a:ext cx="1935510" cy="621948"/>
            </a:xfrm>
            <a:custGeom>
              <a:avLst/>
              <a:gdLst/>
              <a:ahLst/>
              <a:cxnLst/>
              <a:rect l="l" t="t" r="r" b="b"/>
              <a:pathLst>
                <a:path w="89794" h="28854" extrusionOk="0">
                  <a:moveTo>
                    <a:pt x="35306" y="0"/>
                  </a:moveTo>
                  <a:cubicBezTo>
                    <a:pt x="27062" y="0"/>
                    <a:pt x="16779" y="217"/>
                    <a:pt x="15561" y="217"/>
                  </a:cubicBezTo>
                  <a:cubicBezTo>
                    <a:pt x="13728" y="217"/>
                    <a:pt x="8565" y="1319"/>
                    <a:pt x="5387" y="5624"/>
                  </a:cubicBezTo>
                  <a:cubicBezTo>
                    <a:pt x="2188" y="9904"/>
                    <a:pt x="705" y="15661"/>
                    <a:pt x="467" y="21201"/>
                  </a:cubicBezTo>
                  <a:cubicBezTo>
                    <a:pt x="398" y="22594"/>
                    <a:pt x="91" y="23981"/>
                    <a:pt x="43" y="25395"/>
                  </a:cubicBezTo>
                  <a:cubicBezTo>
                    <a:pt x="0" y="27445"/>
                    <a:pt x="154" y="28748"/>
                    <a:pt x="2474" y="28748"/>
                  </a:cubicBezTo>
                  <a:cubicBezTo>
                    <a:pt x="19040" y="28748"/>
                    <a:pt x="35606" y="28853"/>
                    <a:pt x="52172" y="28853"/>
                  </a:cubicBezTo>
                  <a:cubicBezTo>
                    <a:pt x="55599" y="28853"/>
                    <a:pt x="59027" y="28849"/>
                    <a:pt x="62454" y="28838"/>
                  </a:cubicBezTo>
                  <a:cubicBezTo>
                    <a:pt x="66712" y="28817"/>
                    <a:pt x="70949" y="28796"/>
                    <a:pt x="75186" y="28769"/>
                  </a:cubicBezTo>
                  <a:cubicBezTo>
                    <a:pt x="77570" y="28748"/>
                    <a:pt x="79953" y="28727"/>
                    <a:pt x="82315" y="28684"/>
                  </a:cubicBezTo>
                  <a:cubicBezTo>
                    <a:pt x="82665" y="28684"/>
                    <a:pt x="83062" y="28706"/>
                    <a:pt x="83486" y="28727"/>
                  </a:cubicBezTo>
                  <a:cubicBezTo>
                    <a:pt x="83853" y="28748"/>
                    <a:pt x="84234" y="28768"/>
                    <a:pt x="84612" y="28768"/>
                  </a:cubicBezTo>
                  <a:cubicBezTo>
                    <a:pt x="85821" y="28768"/>
                    <a:pt x="87011" y="28565"/>
                    <a:pt x="87696" y="27556"/>
                  </a:cubicBezTo>
                  <a:cubicBezTo>
                    <a:pt x="88051" y="27027"/>
                    <a:pt x="88358" y="26322"/>
                    <a:pt x="88602" y="25549"/>
                  </a:cubicBezTo>
                  <a:cubicBezTo>
                    <a:pt x="89794" y="21842"/>
                    <a:pt x="89661" y="15995"/>
                    <a:pt x="86351" y="14559"/>
                  </a:cubicBezTo>
                  <a:cubicBezTo>
                    <a:pt x="82050" y="12727"/>
                    <a:pt x="70023" y="11625"/>
                    <a:pt x="68810" y="11493"/>
                  </a:cubicBezTo>
                  <a:cubicBezTo>
                    <a:pt x="67570" y="11381"/>
                    <a:pt x="63889" y="10523"/>
                    <a:pt x="60950" y="8315"/>
                  </a:cubicBezTo>
                  <a:cubicBezTo>
                    <a:pt x="57995" y="6106"/>
                    <a:pt x="49918" y="699"/>
                    <a:pt x="44754" y="217"/>
                  </a:cubicBezTo>
                  <a:cubicBezTo>
                    <a:pt x="43040" y="55"/>
                    <a:pt x="39428" y="0"/>
                    <a:pt x="353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6677680" y="1918540"/>
              <a:ext cx="1901841" cy="199686"/>
            </a:xfrm>
            <a:custGeom>
              <a:avLst/>
              <a:gdLst/>
              <a:ahLst/>
              <a:cxnLst/>
              <a:rect l="l" t="t" r="r" b="b"/>
              <a:pathLst>
                <a:path w="88232" h="9264" extrusionOk="0">
                  <a:moveTo>
                    <a:pt x="16049" y="1"/>
                  </a:moveTo>
                  <a:cubicBezTo>
                    <a:pt x="11965" y="1"/>
                    <a:pt x="8523" y="2892"/>
                    <a:pt x="7506" y="6865"/>
                  </a:cubicBezTo>
                  <a:lnTo>
                    <a:pt x="1" y="6865"/>
                  </a:lnTo>
                  <a:cubicBezTo>
                    <a:pt x="91" y="8300"/>
                    <a:pt x="530" y="9158"/>
                    <a:pt x="2432" y="9158"/>
                  </a:cubicBezTo>
                  <a:cubicBezTo>
                    <a:pt x="18998" y="9158"/>
                    <a:pt x="35564" y="9263"/>
                    <a:pt x="52130" y="9263"/>
                  </a:cubicBezTo>
                  <a:cubicBezTo>
                    <a:pt x="55557" y="9263"/>
                    <a:pt x="58985" y="9259"/>
                    <a:pt x="62412" y="9248"/>
                  </a:cubicBezTo>
                  <a:cubicBezTo>
                    <a:pt x="66670" y="9227"/>
                    <a:pt x="70907" y="9206"/>
                    <a:pt x="75144" y="9179"/>
                  </a:cubicBezTo>
                  <a:cubicBezTo>
                    <a:pt x="77528" y="9158"/>
                    <a:pt x="79911" y="9137"/>
                    <a:pt x="82273" y="9094"/>
                  </a:cubicBezTo>
                  <a:cubicBezTo>
                    <a:pt x="82305" y="9094"/>
                    <a:pt x="82338" y="9094"/>
                    <a:pt x="82371" y="9094"/>
                  </a:cubicBezTo>
                  <a:cubicBezTo>
                    <a:pt x="83036" y="9094"/>
                    <a:pt x="83812" y="9172"/>
                    <a:pt x="84578" y="9172"/>
                  </a:cubicBezTo>
                  <a:cubicBezTo>
                    <a:pt x="85792" y="9172"/>
                    <a:pt x="86979" y="8976"/>
                    <a:pt x="87654" y="7966"/>
                  </a:cubicBezTo>
                  <a:cubicBezTo>
                    <a:pt x="87855" y="7638"/>
                    <a:pt x="88051" y="7262"/>
                    <a:pt x="88232" y="6865"/>
                  </a:cubicBezTo>
                  <a:lnTo>
                    <a:pt x="83486" y="6865"/>
                  </a:lnTo>
                  <a:cubicBezTo>
                    <a:pt x="82469" y="2892"/>
                    <a:pt x="79027" y="1"/>
                    <a:pt x="74922" y="1"/>
                  </a:cubicBezTo>
                  <a:cubicBezTo>
                    <a:pt x="70839" y="1"/>
                    <a:pt x="67396" y="2892"/>
                    <a:pt x="66384" y="6865"/>
                  </a:cubicBezTo>
                  <a:lnTo>
                    <a:pt x="24607" y="6865"/>
                  </a:lnTo>
                  <a:cubicBezTo>
                    <a:pt x="23596" y="2892"/>
                    <a:pt x="20153" y="1"/>
                    <a:pt x="160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8134669" y="1954277"/>
              <a:ext cx="316363" cy="316255"/>
            </a:xfrm>
            <a:custGeom>
              <a:avLst/>
              <a:gdLst/>
              <a:ahLst/>
              <a:cxnLst/>
              <a:rect l="l" t="t" r="r" b="b"/>
              <a:pathLst>
                <a:path w="14677" h="14672" extrusionOk="0">
                  <a:moveTo>
                    <a:pt x="7325" y="0"/>
                  </a:moveTo>
                  <a:cubicBezTo>
                    <a:pt x="3289" y="0"/>
                    <a:pt x="0" y="3284"/>
                    <a:pt x="0" y="7325"/>
                  </a:cubicBezTo>
                  <a:cubicBezTo>
                    <a:pt x="0" y="11387"/>
                    <a:pt x="3289" y="14671"/>
                    <a:pt x="7325" y="14671"/>
                  </a:cubicBezTo>
                  <a:cubicBezTo>
                    <a:pt x="11387" y="14671"/>
                    <a:pt x="14676" y="11387"/>
                    <a:pt x="14676" y="7325"/>
                  </a:cubicBezTo>
                  <a:cubicBezTo>
                    <a:pt x="14676" y="3284"/>
                    <a:pt x="11387" y="0"/>
                    <a:pt x="7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8204525" y="2024135"/>
              <a:ext cx="176514" cy="176514"/>
            </a:xfrm>
            <a:custGeom>
              <a:avLst/>
              <a:gdLst/>
              <a:ahLst/>
              <a:cxnLst/>
              <a:rect l="l" t="t" r="r" b="b"/>
              <a:pathLst>
                <a:path w="8189" h="8189" extrusionOk="0">
                  <a:moveTo>
                    <a:pt x="4084" y="1"/>
                  </a:moveTo>
                  <a:cubicBezTo>
                    <a:pt x="1833" y="1"/>
                    <a:pt x="1" y="1833"/>
                    <a:pt x="1" y="4084"/>
                  </a:cubicBezTo>
                  <a:cubicBezTo>
                    <a:pt x="1" y="6356"/>
                    <a:pt x="1833" y="8189"/>
                    <a:pt x="4084" y="8189"/>
                  </a:cubicBezTo>
                  <a:cubicBezTo>
                    <a:pt x="6356" y="8189"/>
                    <a:pt x="8189" y="6356"/>
                    <a:pt x="8189" y="4084"/>
                  </a:cubicBezTo>
                  <a:cubicBezTo>
                    <a:pt x="8189" y="1833"/>
                    <a:pt x="6356" y="1"/>
                    <a:pt x="4084" y="1"/>
                  </a:cubicBezTo>
                  <a:close/>
                </a:path>
              </a:pathLst>
            </a:custGeom>
            <a:solidFill>
              <a:srgbClr val="FFFFFF">
                <a:alpha val="6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8264467" y="2084077"/>
              <a:ext cx="56172" cy="56172"/>
            </a:xfrm>
            <a:custGeom>
              <a:avLst/>
              <a:gdLst/>
              <a:ahLst/>
              <a:cxnLst/>
              <a:rect l="l" t="t" r="r" b="b"/>
              <a:pathLst>
                <a:path w="2606" h="2606" extrusionOk="0">
                  <a:moveTo>
                    <a:pt x="1303" y="0"/>
                  </a:moveTo>
                  <a:cubicBezTo>
                    <a:pt x="599" y="0"/>
                    <a:pt x="0" y="599"/>
                    <a:pt x="0" y="1303"/>
                  </a:cubicBezTo>
                  <a:cubicBezTo>
                    <a:pt x="0" y="2029"/>
                    <a:pt x="599" y="2606"/>
                    <a:pt x="1303" y="2606"/>
                  </a:cubicBezTo>
                  <a:cubicBezTo>
                    <a:pt x="2034" y="2606"/>
                    <a:pt x="2606" y="2029"/>
                    <a:pt x="2606" y="1303"/>
                  </a:cubicBezTo>
                  <a:cubicBezTo>
                    <a:pt x="2606" y="599"/>
                    <a:pt x="2034" y="0"/>
                    <a:pt x="1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6865588" y="1954277"/>
              <a:ext cx="316363" cy="316255"/>
            </a:xfrm>
            <a:custGeom>
              <a:avLst/>
              <a:gdLst/>
              <a:ahLst/>
              <a:cxnLst/>
              <a:rect l="l" t="t" r="r" b="b"/>
              <a:pathLst>
                <a:path w="14677" h="14672" extrusionOk="0">
                  <a:moveTo>
                    <a:pt x="7331" y="0"/>
                  </a:moveTo>
                  <a:cubicBezTo>
                    <a:pt x="3290" y="0"/>
                    <a:pt x="1" y="3284"/>
                    <a:pt x="1" y="7325"/>
                  </a:cubicBezTo>
                  <a:cubicBezTo>
                    <a:pt x="1" y="11387"/>
                    <a:pt x="3290" y="14671"/>
                    <a:pt x="7331" y="14671"/>
                  </a:cubicBezTo>
                  <a:cubicBezTo>
                    <a:pt x="11388" y="14671"/>
                    <a:pt x="14677" y="11387"/>
                    <a:pt x="14677" y="7325"/>
                  </a:cubicBezTo>
                  <a:cubicBezTo>
                    <a:pt x="14677" y="3284"/>
                    <a:pt x="11388" y="0"/>
                    <a:pt x="7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6935574" y="2024135"/>
              <a:ext cx="176514" cy="176514"/>
            </a:xfrm>
            <a:custGeom>
              <a:avLst/>
              <a:gdLst/>
              <a:ahLst/>
              <a:cxnLst/>
              <a:rect l="l" t="t" r="r" b="b"/>
              <a:pathLst>
                <a:path w="8189" h="8189" extrusionOk="0">
                  <a:moveTo>
                    <a:pt x="4084" y="1"/>
                  </a:moveTo>
                  <a:cubicBezTo>
                    <a:pt x="1833" y="1"/>
                    <a:pt x="0" y="1833"/>
                    <a:pt x="0" y="4084"/>
                  </a:cubicBezTo>
                  <a:cubicBezTo>
                    <a:pt x="0" y="6356"/>
                    <a:pt x="1833" y="8189"/>
                    <a:pt x="4084" y="8189"/>
                  </a:cubicBezTo>
                  <a:cubicBezTo>
                    <a:pt x="6356" y="8189"/>
                    <a:pt x="8188" y="6356"/>
                    <a:pt x="8188" y="4084"/>
                  </a:cubicBezTo>
                  <a:cubicBezTo>
                    <a:pt x="8188" y="1833"/>
                    <a:pt x="6356" y="1"/>
                    <a:pt x="4084" y="1"/>
                  </a:cubicBezTo>
                  <a:close/>
                </a:path>
              </a:pathLst>
            </a:custGeom>
            <a:solidFill>
              <a:srgbClr val="FFFFFF">
                <a:alpha val="6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6995495" y="2084077"/>
              <a:ext cx="56086" cy="56172"/>
            </a:xfrm>
            <a:custGeom>
              <a:avLst/>
              <a:gdLst/>
              <a:ahLst/>
              <a:cxnLst/>
              <a:rect l="l" t="t" r="r" b="b"/>
              <a:pathLst>
                <a:path w="2602" h="2606" extrusionOk="0">
                  <a:moveTo>
                    <a:pt x="1304" y="0"/>
                  </a:moveTo>
                  <a:cubicBezTo>
                    <a:pt x="594" y="0"/>
                    <a:pt x="1" y="599"/>
                    <a:pt x="1" y="1303"/>
                  </a:cubicBezTo>
                  <a:cubicBezTo>
                    <a:pt x="1" y="2029"/>
                    <a:pt x="594" y="2606"/>
                    <a:pt x="1304" y="2606"/>
                  </a:cubicBezTo>
                  <a:cubicBezTo>
                    <a:pt x="2029" y="2606"/>
                    <a:pt x="2601" y="2029"/>
                    <a:pt x="2601" y="1303"/>
                  </a:cubicBezTo>
                  <a:cubicBezTo>
                    <a:pt x="2601" y="599"/>
                    <a:pt x="2029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7535337" y="1518083"/>
              <a:ext cx="484750" cy="239972"/>
            </a:xfrm>
            <a:custGeom>
              <a:avLst/>
              <a:gdLst/>
              <a:ahLst/>
              <a:cxnLst/>
              <a:rect l="l" t="t" r="r" b="b"/>
              <a:pathLst>
                <a:path w="22489" h="11133" extrusionOk="0">
                  <a:moveTo>
                    <a:pt x="1185" y="0"/>
                  </a:moveTo>
                  <a:cubicBezTo>
                    <a:pt x="1044" y="0"/>
                    <a:pt x="906" y="11"/>
                    <a:pt x="774" y="43"/>
                  </a:cubicBezTo>
                  <a:cubicBezTo>
                    <a:pt x="1" y="196"/>
                    <a:pt x="1" y="1256"/>
                    <a:pt x="64" y="1854"/>
                  </a:cubicBezTo>
                  <a:cubicBezTo>
                    <a:pt x="266" y="4301"/>
                    <a:pt x="462" y="6753"/>
                    <a:pt x="1150" y="9136"/>
                  </a:cubicBezTo>
                  <a:cubicBezTo>
                    <a:pt x="1235" y="9422"/>
                    <a:pt x="1346" y="9730"/>
                    <a:pt x="1547" y="9952"/>
                  </a:cubicBezTo>
                  <a:cubicBezTo>
                    <a:pt x="1897" y="10349"/>
                    <a:pt x="2739" y="10280"/>
                    <a:pt x="3242" y="10349"/>
                  </a:cubicBezTo>
                  <a:cubicBezTo>
                    <a:pt x="3952" y="10439"/>
                    <a:pt x="4656" y="10482"/>
                    <a:pt x="5387" y="10545"/>
                  </a:cubicBezTo>
                  <a:cubicBezTo>
                    <a:pt x="7924" y="10746"/>
                    <a:pt x="10461" y="10879"/>
                    <a:pt x="12998" y="10969"/>
                  </a:cubicBezTo>
                  <a:cubicBezTo>
                    <a:pt x="14927" y="11023"/>
                    <a:pt x="16841" y="11081"/>
                    <a:pt x="18766" y="11081"/>
                  </a:cubicBezTo>
                  <a:cubicBezTo>
                    <a:pt x="19108" y="11081"/>
                    <a:pt x="19450" y="11079"/>
                    <a:pt x="19793" y="11075"/>
                  </a:cubicBezTo>
                  <a:cubicBezTo>
                    <a:pt x="19809" y="11074"/>
                    <a:pt x="19827" y="11074"/>
                    <a:pt x="19845" y="11074"/>
                  </a:cubicBezTo>
                  <a:cubicBezTo>
                    <a:pt x="20113" y="11074"/>
                    <a:pt x="20595" y="11133"/>
                    <a:pt x="21072" y="11133"/>
                  </a:cubicBezTo>
                  <a:cubicBezTo>
                    <a:pt x="21724" y="11133"/>
                    <a:pt x="22367" y="11023"/>
                    <a:pt x="22441" y="10503"/>
                  </a:cubicBezTo>
                  <a:cubicBezTo>
                    <a:pt x="22489" y="10175"/>
                    <a:pt x="22203" y="9910"/>
                    <a:pt x="21938" y="9687"/>
                  </a:cubicBezTo>
                  <a:cubicBezTo>
                    <a:pt x="21165" y="9089"/>
                    <a:pt x="20413" y="8496"/>
                    <a:pt x="19618" y="7924"/>
                  </a:cubicBezTo>
                  <a:cubicBezTo>
                    <a:pt x="14566" y="4190"/>
                    <a:pt x="8803" y="1102"/>
                    <a:pt x="2517" y="154"/>
                  </a:cubicBezTo>
                  <a:cubicBezTo>
                    <a:pt x="2209" y="112"/>
                    <a:pt x="1897" y="64"/>
                    <a:pt x="1611" y="22"/>
                  </a:cubicBezTo>
                  <a:cubicBezTo>
                    <a:pt x="1468" y="11"/>
                    <a:pt x="1325" y="0"/>
                    <a:pt x="1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7055436" y="1517480"/>
              <a:ext cx="461342" cy="219926"/>
            </a:xfrm>
            <a:custGeom>
              <a:avLst/>
              <a:gdLst/>
              <a:ahLst/>
              <a:cxnLst/>
              <a:rect l="l" t="t" r="r" b="b"/>
              <a:pathLst>
                <a:path w="21403" h="10203" extrusionOk="0">
                  <a:moveTo>
                    <a:pt x="18650" y="1"/>
                  </a:moveTo>
                  <a:cubicBezTo>
                    <a:pt x="18555" y="1"/>
                    <a:pt x="18457" y="3"/>
                    <a:pt x="18357" y="7"/>
                  </a:cubicBezTo>
                  <a:cubicBezTo>
                    <a:pt x="15206" y="140"/>
                    <a:pt x="12049" y="293"/>
                    <a:pt x="8871" y="447"/>
                  </a:cubicBezTo>
                  <a:cubicBezTo>
                    <a:pt x="7855" y="489"/>
                    <a:pt x="6705" y="537"/>
                    <a:pt x="5757" y="1040"/>
                  </a:cubicBezTo>
                  <a:cubicBezTo>
                    <a:pt x="5143" y="1374"/>
                    <a:pt x="4587" y="1882"/>
                    <a:pt x="4105" y="2391"/>
                  </a:cubicBezTo>
                  <a:cubicBezTo>
                    <a:pt x="2892" y="3646"/>
                    <a:pt x="1939" y="5192"/>
                    <a:pt x="1213" y="6760"/>
                  </a:cubicBezTo>
                  <a:cubicBezTo>
                    <a:pt x="991" y="7242"/>
                    <a:pt x="0" y="9096"/>
                    <a:pt x="482" y="9625"/>
                  </a:cubicBezTo>
                  <a:cubicBezTo>
                    <a:pt x="860" y="10014"/>
                    <a:pt x="6898" y="10203"/>
                    <a:pt x="12354" y="10203"/>
                  </a:cubicBezTo>
                  <a:cubicBezTo>
                    <a:pt x="16846" y="10203"/>
                    <a:pt x="20944" y="10075"/>
                    <a:pt x="21164" y="9826"/>
                  </a:cubicBezTo>
                  <a:cubicBezTo>
                    <a:pt x="21207" y="9805"/>
                    <a:pt x="21207" y="9758"/>
                    <a:pt x="21228" y="9715"/>
                  </a:cubicBezTo>
                  <a:cubicBezTo>
                    <a:pt x="21402" y="9276"/>
                    <a:pt x="21318" y="8656"/>
                    <a:pt x="21297" y="8190"/>
                  </a:cubicBezTo>
                  <a:cubicBezTo>
                    <a:pt x="21249" y="7374"/>
                    <a:pt x="21185" y="6537"/>
                    <a:pt x="21095" y="5722"/>
                  </a:cubicBezTo>
                  <a:cubicBezTo>
                    <a:pt x="21032" y="4880"/>
                    <a:pt x="20921" y="4064"/>
                    <a:pt x="20830" y="3227"/>
                  </a:cubicBezTo>
                  <a:cubicBezTo>
                    <a:pt x="20767" y="2740"/>
                    <a:pt x="20788" y="2057"/>
                    <a:pt x="20656" y="1437"/>
                  </a:cubicBezTo>
                  <a:cubicBezTo>
                    <a:pt x="20433" y="268"/>
                    <a:pt x="19689" y="1"/>
                    <a:pt x="186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7506993" y="1493468"/>
              <a:ext cx="62165" cy="627725"/>
            </a:xfrm>
            <a:custGeom>
              <a:avLst/>
              <a:gdLst/>
              <a:ahLst/>
              <a:cxnLst/>
              <a:rect l="l" t="t" r="r" b="b"/>
              <a:pathLst>
                <a:path w="2884" h="29122" extrusionOk="0">
                  <a:moveTo>
                    <a:pt x="169" y="1"/>
                  </a:moveTo>
                  <a:cubicBezTo>
                    <a:pt x="87" y="1"/>
                    <a:pt x="0" y="65"/>
                    <a:pt x="13" y="168"/>
                  </a:cubicBezTo>
                  <a:cubicBezTo>
                    <a:pt x="188" y="1254"/>
                    <a:pt x="368" y="2355"/>
                    <a:pt x="521" y="3436"/>
                  </a:cubicBezTo>
                  <a:cubicBezTo>
                    <a:pt x="1183" y="7784"/>
                    <a:pt x="1824" y="12153"/>
                    <a:pt x="2243" y="16544"/>
                  </a:cubicBezTo>
                  <a:cubicBezTo>
                    <a:pt x="2661" y="20670"/>
                    <a:pt x="2682" y="24864"/>
                    <a:pt x="2486" y="28990"/>
                  </a:cubicBezTo>
                  <a:cubicBezTo>
                    <a:pt x="2486" y="29078"/>
                    <a:pt x="2558" y="29121"/>
                    <a:pt x="2629" y="29121"/>
                  </a:cubicBezTo>
                  <a:cubicBezTo>
                    <a:pt x="2701" y="29121"/>
                    <a:pt x="2772" y="29078"/>
                    <a:pt x="2772" y="28990"/>
                  </a:cubicBezTo>
                  <a:cubicBezTo>
                    <a:pt x="2883" y="26850"/>
                    <a:pt x="2883" y="24711"/>
                    <a:pt x="2836" y="22571"/>
                  </a:cubicBezTo>
                  <a:cubicBezTo>
                    <a:pt x="2772" y="17958"/>
                    <a:pt x="2221" y="13409"/>
                    <a:pt x="1581" y="8864"/>
                  </a:cubicBezTo>
                  <a:cubicBezTo>
                    <a:pt x="1183" y="5930"/>
                    <a:pt x="765" y="3017"/>
                    <a:pt x="299" y="104"/>
                  </a:cubicBezTo>
                  <a:cubicBezTo>
                    <a:pt x="281" y="32"/>
                    <a:pt x="226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8014570" y="1741644"/>
              <a:ext cx="64406" cy="379540"/>
            </a:xfrm>
            <a:custGeom>
              <a:avLst/>
              <a:gdLst/>
              <a:ahLst/>
              <a:cxnLst/>
              <a:rect l="l" t="t" r="r" b="b"/>
              <a:pathLst>
                <a:path w="2988" h="17608" extrusionOk="0">
                  <a:moveTo>
                    <a:pt x="197" y="1"/>
                  </a:moveTo>
                  <a:cubicBezTo>
                    <a:pt x="96" y="1"/>
                    <a:pt x="0" y="107"/>
                    <a:pt x="75" y="200"/>
                  </a:cubicBezTo>
                  <a:cubicBezTo>
                    <a:pt x="1754" y="2514"/>
                    <a:pt x="2394" y="5364"/>
                    <a:pt x="2527" y="8165"/>
                  </a:cubicBezTo>
                  <a:cubicBezTo>
                    <a:pt x="2659" y="11295"/>
                    <a:pt x="1955" y="14367"/>
                    <a:pt x="1621" y="17476"/>
                  </a:cubicBezTo>
                  <a:cubicBezTo>
                    <a:pt x="1611" y="17564"/>
                    <a:pt x="1677" y="17607"/>
                    <a:pt x="1748" y="17607"/>
                  </a:cubicBezTo>
                  <a:cubicBezTo>
                    <a:pt x="1820" y="17607"/>
                    <a:pt x="1897" y="17564"/>
                    <a:pt x="1907" y="17476"/>
                  </a:cubicBezTo>
                  <a:cubicBezTo>
                    <a:pt x="2241" y="14256"/>
                    <a:pt x="2988" y="11099"/>
                    <a:pt x="2792" y="7853"/>
                  </a:cubicBezTo>
                  <a:cubicBezTo>
                    <a:pt x="2638" y="5099"/>
                    <a:pt x="1976" y="2318"/>
                    <a:pt x="318" y="67"/>
                  </a:cubicBezTo>
                  <a:cubicBezTo>
                    <a:pt x="285" y="20"/>
                    <a:pt x="241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7050630" y="1722202"/>
              <a:ext cx="215572" cy="398983"/>
            </a:xfrm>
            <a:custGeom>
              <a:avLst/>
              <a:gdLst/>
              <a:ahLst/>
              <a:cxnLst/>
              <a:rect l="l" t="t" r="r" b="b"/>
              <a:pathLst>
                <a:path w="10001" h="18510" extrusionOk="0">
                  <a:moveTo>
                    <a:pt x="706" y="0"/>
                  </a:moveTo>
                  <a:cubicBezTo>
                    <a:pt x="664" y="0"/>
                    <a:pt x="624" y="19"/>
                    <a:pt x="599" y="64"/>
                  </a:cubicBezTo>
                  <a:cubicBezTo>
                    <a:pt x="1" y="943"/>
                    <a:pt x="202" y="2203"/>
                    <a:pt x="705" y="3088"/>
                  </a:cubicBezTo>
                  <a:cubicBezTo>
                    <a:pt x="1457" y="4412"/>
                    <a:pt x="2824" y="5423"/>
                    <a:pt x="3952" y="6440"/>
                  </a:cubicBezTo>
                  <a:cubicBezTo>
                    <a:pt x="5255" y="7632"/>
                    <a:pt x="6558" y="8824"/>
                    <a:pt x="7569" y="10259"/>
                  </a:cubicBezTo>
                  <a:cubicBezTo>
                    <a:pt x="8676" y="11827"/>
                    <a:pt x="9094" y="13611"/>
                    <a:pt x="9402" y="15465"/>
                  </a:cubicBezTo>
                  <a:cubicBezTo>
                    <a:pt x="9576" y="16434"/>
                    <a:pt x="9709" y="17409"/>
                    <a:pt x="9709" y="18378"/>
                  </a:cubicBezTo>
                  <a:cubicBezTo>
                    <a:pt x="9709" y="18466"/>
                    <a:pt x="9782" y="18509"/>
                    <a:pt x="9855" y="18509"/>
                  </a:cubicBezTo>
                  <a:cubicBezTo>
                    <a:pt x="9927" y="18509"/>
                    <a:pt x="10000" y="18466"/>
                    <a:pt x="10000" y="18378"/>
                  </a:cubicBezTo>
                  <a:cubicBezTo>
                    <a:pt x="10000" y="17277"/>
                    <a:pt x="9820" y="16170"/>
                    <a:pt x="9624" y="15110"/>
                  </a:cubicBezTo>
                  <a:cubicBezTo>
                    <a:pt x="9312" y="13368"/>
                    <a:pt x="8893" y="11694"/>
                    <a:pt x="7882" y="10238"/>
                  </a:cubicBezTo>
                  <a:cubicBezTo>
                    <a:pt x="6928" y="8866"/>
                    <a:pt x="5715" y="7696"/>
                    <a:pt x="4503" y="6573"/>
                  </a:cubicBezTo>
                  <a:cubicBezTo>
                    <a:pt x="3353" y="5514"/>
                    <a:pt x="1966" y="4497"/>
                    <a:pt x="1102" y="3194"/>
                  </a:cubicBezTo>
                  <a:cubicBezTo>
                    <a:pt x="552" y="2357"/>
                    <a:pt x="223" y="1102"/>
                    <a:pt x="838" y="217"/>
                  </a:cubicBezTo>
                  <a:cubicBezTo>
                    <a:pt x="916" y="109"/>
                    <a:pt x="807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7602349" y="1792965"/>
              <a:ext cx="69084" cy="29487"/>
            </a:xfrm>
            <a:custGeom>
              <a:avLst/>
              <a:gdLst/>
              <a:ahLst/>
              <a:cxnLst/>
              <a:rect l="l" t="t" r="r" b="b"/>
              <a:pathLst>
                <a:path w="3205" h="1368" extrusionOk="0">
                  <a:moveTo>
                    <a:pt x="1590" y="1"/>
                  </a:moveTo>
                  <a:cubicBezTo>
                    <a:pt x="710" y="1"/>
                    <a:pt x="1" y="308"/>
                    <a:pt x="1" y="684"/>
                  </a:cubicBezTo>
                  <a:cubicBezTo>
                    <a:pt x="1" y="1060"/>
                    <a:pt x="710" y="1367"/>
                    <a:pt x="1590" y="1367"/>
                  </a:cubicBezTo>
                  <a:cubicBezTo>
                    <a:pt x="2495" y="1367"/>
                    <a:pt x="3205" y="1060"/>
                    <a:pt x="3205" y="684"/>
                  </a:cubicBezTo>
                  <a:cubicBezTo>
                    <a:pt x="3205" y="308"/>
                    <a:pt x="249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7167647" y="1792965"/>
              <a:ext cx="68976" cy="29487"/>
            </a:xfrm>
            <a:custGeom>
              <a:avLst/>
              <a:gdLst/>
              <a:ahLst/>
              <a:cxnLst/>
              <a:rect l="l" t="t" r="r" b="b"/>
              <a:pathLst>
                <a:path w="3200" h="1368" extrusionOk="0">
                  <a:moveTo>
                    <a:pt x="1589" y="1"/>
                  </a:moveTo>
                  <a:cubicBezTo>
                    <a:pt x="705" y="1"/>
                    <a:pt x="0" y="308"/>
                    <a:pt x="0" y="684"/>
                  </a:cubicBezTo>
                  <a:cubicBezTo>
                    <a:pt x="0" y="1060"/>
                    <a:pt x="705" y="1367"/>
                    <a:pt x="1589" y="1367"/>
                  </a:cubicBezTo>
                  <a:cubicBezTo>
                    <a:pt x="2495" y="1367"/>
                    <a:pt x="3199" y="1060"/>
                    <a:pt x="3199" y="684"/>
                  </a:cubicBezTo>
                  <a:cubicBezTo>
                    <a:pt x="3199" y="308"/>
                    <a:pt x="2495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6741954" y="1535176"/>
              <a:ext cx="344902" cy="173647"/>
            </a:xfrm>
            <a:custGeom>
              <a:avLst/>
              <a:gdLst/>
              <a:ahLst/>
              <a:cxnLst/>
              <a:rect l="l" t="t" r="r" b="b"/>
              <a:pathLst>
                <a:path w="16001" h="8056" extrusionOk="0">
                  <a:moveTo>
                    <a:pt x="12334" y="0"/>
                  </a:moveTo>
                  <a:cubicBezTo>
                    <a:pt x="10473" y="0"/>
                    <a:pt x="8158" y="129"/>
                    <a:pt x="6446" y="245"/>
                  </a:cubicBezTo>
                  <a:cubicBezTo>
                    <a:pt x="4990" y="1061"/>
                    <a:pt x="3533" y="2205"/>
                    <a:pt x="2363" y="3820"/>
                  </a:cubicBezTo>
                  <a:cubicBezTo>
                    <a:pt x="1436" y="5054"/>
                    <a:pt x="663" y="6421"/>
                    <a:pt x="1" y="7877"/>
                  </a:cubicBezTo>
                  <a:cubicBezTo>
                    <a:pt x="1055" y="7970"/>
                    <a:pt x="2400" y="8055"/>
                    <a:pt x="3797" y="8055"/>
                  </a:cubicBezTo>
                  <a:cubicBezTo>
                    <a:pt x="4708" y="8055"/>
                    <a:pt x="5642" y="8019"/>
                    <a:pt x="6531" y="7925"/>
                  </a:cubicBezTo>
                  <a:cubicBezTo>
                    <a:pt x="10418" y="7459"/>
                    <a:pt x="16001" y="1347"/>
                    <a:pt x="15492" y="420"/>
                  </a:cubicBezTo>
                  <a:cubicBezTo>
                    <a:pt x="15334" y="106"/>
                    <a:pt x="14020" y="0"/>
                    <a:pt x="12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8536156" y="1809648"/>
              <a:ext cx="35178" cy="27073"/>
            </a:xfrm>
            <a:custGeom>
              <a:avLst/>
              <a:gdLst/>
              <a:ahLst/>
              <a:cxnLst/>
              <a:rect l="l" t="t" r="r" b="b"/>
              <a:pathLst>
                <a:path w="1632" h="1256" extrusionOk="0">
                  <a:moveTo>
                    <a:pt x="1631" y="1255"/>
                  </a:moveTo>
                  <a:lnTo>
                    <a:pt x="1631" y="1255"/>
                  </a:lnTo>
                  <a:lnTo>
                    <a:pt x="1631" y="1255"/>
                  </a:lnTo>
                  <a:close/>
                  <a:moveTo>
                    <a:pt x="1631" y="1255"/>
                  </a:moveTo>
                  <a:lnTo>
                    <a:pt x="1631" y="1255"/>
                  </a:lnTo>
                  <a:lnTo>
                    <a:pt x="1631" y="1255"/>
                  </a:lnTo>
                  <a:close/>
                  <a:moveTo>
                    <a:pt x="1610" y="1255"/>
                  </a:moveTo>
                  <a:lnTo>
                    <a:pt x="1610" y="1255"/>
                  </a:lnTo>
                  <a:lnTo>
                    <a:pt x="1610" y="1255"/>
                  </a:lnTo>
                  <a:close/>
                  <a:moveTo>
                    <a:pt x="1610" y="1234"/>
                  </a:moveTo>
                  <a:lnTo>
                    <a:pt x="1610" y="1234"/>
                  </a:lnTo>
                  <a:lnTo>
                    <a:pt x="1610" y="1234"/>
                  </a:lnTo>
                  <a:close/>
                  <a:moveTo>
                    <a:pt x="1610" y="1234"/>
                  </a:moveTo>
                  <a:lnTo>
                    <a:pt x="1610" y="1234"/>
                  </a:lnTo>
                  <a:lnTo>
                    <a:pt x="1610" y="1234"/>
                  </a:lnTo>
                  <a:close/>
                  <a:moveTo>
                    <a:pt x="1589" y="1213"/>
                  </a:moveTo>
                  <a:cubicBezTo>
                    <a:pt x="1589" y="1213"/>
                    <a:pt x="1589" y="1234"/>
                    <a:pt x="1610" y="1234"/>
                  </a:cubicBezTo>
                  <a:cubicBezTo>
                    <a:pt x="1589" y="1234"/>
                    <a:pt x="1589" y="1213"/>
                    <a:pt x="1589" y="1213"/>
                  </a:cubicBezTo>
                  <a:close/>
                  <a:moveTo>
                    <a:pt x="1589" y="1213"/>
                  </a:moveTo>
                  <a:lnTo>
                    <a:pt x="1589" y="1213"/>
                  </a:lnTo>
                  <a:lnTo>
                    <a:pt x="1589" y="1213"/>
                  </a:lnTo>
                  <a:close/>
                  <a:moveTo>
                    <a:pt x="1589" y="1213"/>
                  </a:moveTo>
                  <a:lnTo>
                    <a:pt x="1589" y="1213"/>
                  </a:lnTo>
                  <a:lnTo>
                    <a:pt x="1589" y="1213"/>
                  </a:lnTo>
                  <a:close/>
                  <a:moveTo>
                    <a:pt x="1589" y="1192"/>
                  </a:moveTo>
                  <a:lnTo>
                    <a:pt x="1589" y="1192"/>
                  </a:lnTo>
                  <a:lnTo>
                    <a:pt x="1589" y="1192"/>
                  </a:lnTo>
                  <a:close/>
                  <a:moveTo>
                    <a:pt x="1563" y="1192"/>
                  </a:moveTo>
                  <a:lnTo>
                    <a:pt x="1563" y="1192"/>
                  </a:lnTo>
                  <a:lnTo>
                    <a:pt x="1563" y="1192"/>
                  </a:lnTo>
                  <a:close/>
                  <a:moveTo>
                    <a:pt x="1563" y="1192"/>
                  </a:moveTo>
                  <a:lnTo>
                    <a:pt x="1563" y="1192"/>
                  </a:lnTo>
                  <a:lnTo>
                    <a:pt x="1563" y="1192"/>
                  </a:lnTo>
                  <a:close/>
                  <a:moveTo>
                    <a:pt x="1563" y="1171"/>
                  </a:moveTo>
                  <a:lnTo>
                    <a:pt x="1563" y="1171"/>
                  </a:lnTo>
                  <a:lnTo>
                    <a:pt x="1563" y="1171"/>
                  </a:lnTo>
                  <a:close/>
                  <a:moveTo>
                    <a:pt x="1541" y="1171"/>
                  </a:moveTo>
                  <a:lnTo>
                    <a:pt x="1563" y="1171"/>
                  </a:lnTo>
                  <a:lnTo>
                    <a:pt x="1541" y="1171"/>
                  </a:lnTo>
                  <a:close/>
                  <a:moveTo>
                    <a:pt x="1541" y="1149"/>
                  </a:moveTo>
                  <a:lnTo>
                    <a:pt x="1541" y="1171"/>
                  </a:lnTo>
                  <a:lnTo>
                    <a:pt x="1541" y="1149"/>
                  </a:lnTo>
                  <a:close/>
                  <a:moveTo>
                    <a:pt x="1541" y="1149"/>
                  </a:moveTo>
                  <a:lnTo>
                    <a:pt x="1541" y="1149"/>
                  </a:lnTo>
                  <a:lnTo>
                    <a:pt x="1541" y="1149"/>
                  </a:lnTo>
                  <a:close/>
                  <a:moveTo>
                    <a:pt x="1520" y="1149"/>
                  </a:moveTo>
                  <a:lnTo>
                    <a:pt x="1541" y="1149"/>
                  </a:lnTo>
                  <a:lnTo>
                    <a:pt x="1520" y="1149"/>
                  </a:lnTo>
                  <a:close/>
                  <a:moveTo>
                    <a:pt x="85" y="21"/>
                  </a:moveTo>
                  <a:lnTo>
                    <a:pt x="85" y="21"/>
                  </a:lnTo>
                  <a:cubicBezTo>
                    <a:pt x="662" y="286"/>
                    <a:pt x="1144" y="662"/>
                    <a:pt x="1520" y="1149"/>
                  </a:cubicBezTo>
                  <a:cubicBezTo>
                    <a:pt x="1144" y="662"/>
                    <a:pt x="662" y="286"/>
                    <a:pt x="85" y="21"/>
                  </a:cubicBezTo>
                  <a:lnTo>
                    <a:pt x="85" y="21"/>
                  </a:lnTo>
                  <a:close/>
                  <a:moveTo>
                    <a:pt x="64" y="21"/>
                  </a:moveTo>
                  <a:lnTo>
                    <a:pt x="64" y="21"/>
                  </a:lnTo>
                  <a:lnTo>
                    <a:pt x="64" y="21"/>
                  </a:lnTo>
                  <a:close/>
                  <a:moveTo>
                    <a:pt x="64" y="21"/>
                  </a:moveTo>
                  <a:lnTo>
                    <a:pt x="64" y="21"/>
                  </a:lnTo>
                  <a:lnTo>
                    <a:pt x="64" y="21"/>
                  </a:lnTo>
                  <a:close/>
                  <a:moveTo>
                    <a:pt x="43" y="21"/>
                  </a:moveTo>
                  <a:lnTo>
                    <a:pt x="43" y="21"/>
                  </a:lnTo>
                  <a:lnTo>
                    <a:pt x="43" y="21"/>
                  </a:lnTo>
                  <a:close/>
                  <a:moveTo>
                    <a:pt x="43" y="21"/>
                  </a:moveTo>
                  <a:lnTo>
                    <a:pt x="43" y="21"/>
                  </a:lnTo>
                  <a:lnTo>
                    <a:pt x="43" y="21"/>
                  </a:lnTo>
                  <a:close/>
                  <a:moveTo>
                    <a:pt x="43" y="21"/>
                  </a:moveTo>
                  <a:lnTo>
                    <a:pt x="43" y="21"/>
                  </a:lnTo>
                  <a:lnTo>
                    <a:pt x="43" y="21"/>
                  </a:lnTo>
                  <a:close/>
                  <a:moveTo>
                    <a:pt x="21" y="0"/>
                  </a:moveTo>
                  <a:lnTo>
                    <a:pt x="21" y="0"/>
                  </a:lnTo>
                  <a:lnTo>
                    <a:pt x="21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8403835" y="1777338"/>
              <a:ext cx="195137" cy="141228"/>
            </a:xfrm>
            <a:custGeom>
              <a:avLst/>
              <a:gdLst/>
              <a:ahLst/>
              <a:cxnLst/>
              <a:rect l="l" t="t" r="r" b="b"/>
              <a:pathLst>
                <a:path w="9053" h="6552" extrusionOk="0">
                  <a:moveTo>
                    <a:pt x="377" y="0"/>
                  </a:moveTo>
                  <a:cubicBezTo>
                    <a:pt x="112" y="503"/>
                    <a:pt x="1" y="1165"/>
                    <a:pt x="684" y="1875"/>
                  </a:cubicBezTo>
                  <a:cubicBezTo>
                    <a:pt x="2035" y="3310"/>
                    <a:pt x="5938" y="6552"/>
                    <a:pt x="7484" y="6552"/>
                  </a:cubicBezTo>
                  <a:lnTo>
                    <a:pt x="7659" y="6552"/>
                  </a:lnTo>
                  <a:cubicBezTo>
                    <a:pt x="8125" y="6440"/>
                    <a:pt x="8607" y="6308"/>
                    <a:pt x="9052" y="6176"/>
                  </a:cubicBezTo>
                  <a:cubicBezTo>
                    <a:pt x="8851" y="4852"/>
                    <a:pt x="8454" y="3660"/>
                    <a:pt x="7770" y="2754"/>
                  </a:cubicBezTo>
                  <a:lnTo>
                    <a:pt x="7749" y="2754"/>
                  </a:lnTo>
                  <a:lnTo>
                    <a:pt x="7749" y="2733"/>
                  </a:lnTo>
                  <a:cubicBezTo>
                    <a:pt x="7728" y="2733"/>
                    <a:pt x="7728" y="2712"/>
                    <a:pt x="7728" y="2712"/>
                  </a:cubicBezTo>
                  <a:lnTo>
                    <a:pt x="7728" y="2691"/>
                  </a:lnTo>
                  <a:lnTo>
                    <a:pt x="7702" y="2691"/>
                  </a:lnTo>
                  <a:lnTo>
                    <a:pt x="7702" y="2670"/>
                  </a:lnTo>
                  <a:lnTo>
                    <a:pt x="7680" y="2670"/>
                  </a:lnTo>
                  <a:lnTo>
                    <a:pt x="7680" y="2648"/>
                  </a:lnTo>
                  <a:lnTo>
                    <a:pt x="7659" y="2648"/>
                  </a:lnTo>
                  <a:cubicBezTo>
                    <a:pt x="7283" y="2161"/>
                    <a:pt x="6801" y="1785"/>
                    <a:pt x="6224" y="1520"/>
                  </a:cubicBezTo>
                  <a:lnTo>
                    <a:pt x="6182" y="1520"/>
                  </a:lnTo>
                  <a:cubicBezTo>
                    <a:pt x="6182" y="1499"/>
                    <a:pt x="6160" y="1499"/>
                    <a:pt x="6160" y="1499"/>
                  </a:cubicBezTo>
                  <a:lnTo>
                    <a:pt x="6139" y="1499"/>
                  </a:lnTo>
                  <a:cubicBezTo>
                    <a:pt x="4768" y="927"/>
                    <a:pt x="2670" y="419"/>
                    <a:pt x="377" y="0"/>
                  </a:cubicBezTo>
                  <a:close/>
                </a:path>
              </a:pathLst>
            </a:custGeom>
            <a:solidFill>
              <a:srgbClr val="FFFFFF">
                <a:alpha val="6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6697208" y="1753930"/>
              <a:ext cx="104714" cy="101395"/>
            </a:xfrm>
            <a:custGeom>
              <a:avLst/>
              <a:gdLst/>
              <a:ahLst/>
              <a:cxnLst/>
              <a:rect l="l" t="t" r="r" b="b"/>
              <a:pathLst>
                <a:path w="4858" h="4704" extrusionOk="0">
                  <a:moveTo>
                    <a:pt x="1192" y="0"/>
                  </a:moveTo>
                  <a:cubicBezTo>
                    <a:pt x="663" y="1526"/>
                    <a:pt x="287" y="3115"/>
                    <a:pt x="1" y="4704"/>
                  </a:cubicBezTo>
                  <a:cubicBezTo>
                    <a:pt x="1637" y="4682"/>
                    <a:pt x="4857" y="4439"/>
                    <a:pt x="4857" y="3136"/>
                  </a:cubicBezTo>
                  <a:cubicBezTo>
                    <a:pt x="4857" y="1854"/>
                    <a:pt x="2474" y="578"/>
                    <a:pt x="1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1"/>
          <p:cNvSpPr/>
          <p:nvPr/>
        </p:nvSpPr>
        <p:spPr>
          <a:xfrm>
            <a:off x="4763872" y="2005597"/>
            <a:ext cx="645170" cy="154789"/>
          </a:xfrm>
          <a:custGeom>
            <a:avLst/>
            <a:gdLst/>
            <a:ahLst/>
            <a:cxnLst/>
            <a:rect l="l" t="t" r="r" b="b"/>
            <a:pathLst>
              <a:path w="6002" h="1440" extrusionOk="0">
                <a:moveTo>
                  <a:pt x="2475" y="0"/>
                </a:moveTo>
                <a:cubicBezTo>
                  <a:pt x="2353" y="0"/>
                  <a:pt x="2221" y="79"/>
                  <a:pt x="2141" y="179"/>
                </a:cubicBezTo>
                <a:cubicBezTo>
                  <a:pt x="1987" y="332"/>
                  <a:pt x="1876" y="555"/>
                  <a:pt x="1812" y="777"/>
                </a:cubicBezTo>
                <a:cubicBezTo>
                  <a:pt x="1739" y="738"/>
                  <a:pt x="1665" y="703"/>
                  <a:pt x="1594" y="703"/>
                </a:cubicBezTo>
                <a:cubicBezTo>
                  <a:pt x="1578" y="703"/>
                  <a:pt x="1563" y="704"/>
                  <a:pt x="1547" y="708"/>
                </a:cubicBezTo>
                <a:cubicBezTo>
                  <a:pt x="1436" y="708"/>
                  <a:pt x="1346" y="798"/>
                  <a:pt x="1346" y="909"/>
                </a:cubicBezTo>
                <a:cubicBezTo>
                  <a:pt x="1249" y="796"/>
                  <a:pt x="1125" y="737"/>
                  <a:pt x="1002" y="737"/>
                </a:cubicBezTo>
                <a:cubicBezTo>
                  <a:pt x="931" y="737"/>
                  <a:pt x="860" y="757"/>
                  <a:pt x="795" y="798"/>
                </a:cubicBezTo>
                <a:cubicBezTo>
                  <a:pt x="621" y="909"/>
                  <a:pt x="531" y="1105"/>
                  <a:pt x="377" y="1238"/>
                </a:cubicBezTo>
                <a:cubicBezTo>
                  <a:pt x="287" y="1328"/>
                  <a:pt x="91" y="1391"/>
                  <a:pt x="1" y="1418"/>
                </a:cubicBezTo>
                <a:lnTo>
                  <a:pt x="6002" y="1439"/>
                </a:lnTo>
                <a:cubicBezTo>
                  <a:pt x="5763" y="1391"/>
                  <a:pt x="5498" y="1328"/>
                  <a:pt x="5366" y="1105"/>
                </a:cubicBezTo>
                <a:cubicBezTo>
                  <a:pt x="5318" y="994"/>
                  <a:pt x="5276" y="888"/>
                  <a:pt x="5207" y="819"/>
                </a:cubicBezTo>
                <a:cubicBezTo>
                  <a:pt x="5176" y="807"/>
                  <a:pt x="5145" y="802"/>
                  <a:pt x="5113" y="802"/>
                </a:cubicBezTo>
                <a:cubicBezTo>
                  <a:pt x="5038" y="802"/>
                  <a:pt x="4964" y="832"/>
                  <a:pt x="4900" y="862"/>
                </a:cubicBezTo>
                <a:cubicBezTo>
                  <a:pt x="4885" y="881"/>
                  <a:pt x="4859" y="897"/>
                  <a:pt x="4836" y="897"/>
                </a:cubicBezTo>
                <a:cubicBezTo>
                  <a:pt x="4826" y="897"/>
                  <a:pt x="4817" y="894"/>
                  <a:pt x="4810" y="888"/>
                </a:cubicBezTo>
                <a:cubicBezTo>
                  <a:pt x="4789" y="888"/>
                  <a:pt x="4789" y="862"/>
                  <a:pt x="4768" y="841"/>
                </a:cubicBezTo>
                <a:cubicBezTo>
                  <a:pt x="4704" y="708"/>
                  <a:pt x="4656" y="533"/>
                  <a:pt x="4572" y="422"/>
                </a:cubicBezTo>
                <a:cubicBezTo>
                  <a:pt x="4503" y="327"/>
                  <a:pt x="4408" y="283"/>
                  <a:pt x="4314" y="283"/>
                </a:cubicBezTo>
                <a:cubicBezTo>
                  <a:pt x="4256" y="283"/>
                  <a:pt x="4198" y="300"/>
                  <a:pt x="4148" y="332"/>
                </a:cubicBezTo>
                <a:cubicBezTo>
                  <a:pt x="3994" y="401"/>
                  <a:pt x="3910" y="555"/>
                  <a:pt x="3862" y="729"/>
                </a:cubicBezTo>
                <a:cubicBezTo>
                  <a:pt x="3751" y="623"/>
                  <a:pt x="3618" y="512"/>
                  <a:pt x="3486" y="465"/>
                </a:cubicBezTo>
                <a:cubicBezTo>
                  <a:pt x="3431" y="442"/>
                  <a:pt x="3377" y="430"/>
                  <a:pt x="3324" y="430"/>
                </a:cubicBezTo>
                <a:cubicBezTo>
                  <a:pt x="3228" y="430"/>
                  <a:pt x="3139" y="469"/>
                  <a:pt x="3067" y="555"/>
                </a:cubicBezTo>
                <a:cubicBezTo>
                  <a:pt x="2935" y="290"/>
                  <a:pt x="2781" y="25"/>
                  <a:pt x="2517" y="4"/>
                </a:cubicBezTo>
                <a:cubicBezTo>
                  <a:pt x="2503" y="2"/>
                  <a:pt x="2489" y="0"/>
                  <a:pt x="24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 descr="A grid of white lines on a black background&#10;&#10;AI-generated content may be incorrect.">
            <a:extLst>
              <a:ext uri="{FF2B5EF4-FFF2-40B4-BE49-F238E27FC236}">
                <a16:creationId xmlns:a16="http://schemas.microsoft.com/office/drawing/2014/main" id="{B1822698-3DD0-16B2-158B-255234CE9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619" y="852697"/>
            <a:ext cx="4903322" cy="3064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4"/>
          <p:cNvSpPr txBox="1">
            <a:spLocks noGrp="1"/>
          </p:cNvSpPr>
          <p:nvPr>
            <p:ph type="title"/>
          </p:nvPr>
        </p:nvSpPr>
        <p:spPr>
          <a:xfrm>
            <a:off x="3308821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Fuel Price Trend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809" name="Google Shape;809;p34"/>
          <p:cNvSpPr/>
          <p:nvPr/>
        </p:nvSpPr>
        <p:spPr>
          <a:xfrm>
            <a:off x="4226185" y="745419"/>
            <a:ext cx="4490419" cy="278053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dist="104775" dir="2760000" algn="bl" rotWithShape="0">
              <a:schemeClr val="l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0" name="Google Shape;810;p34"/>
          <p:cNvGrpSpPr/>
          <p:nvPr/>
        </p:nvGrpSpPr>
        <p:grpSpPr>
          <a:xfrm>
            <a:off x="1500188" y="2883974"/>
            <a:ext cx="1411652" cy="1877473"/>
            <a:chOff x="5629306" y="3789760"/>
            <a:chExt cx="326136" cy="416914"/>
          </a:xfrm>
        </p:grpSpPr>
        <p:sp>
          <p:nvSpPr>
            <p:cNvPr id="811" name="Google Shape;811;p34"/>
            <p:cNvSpPr/>
            <p:nvPr/>
          </p:nvSpPr>
          <p:spPr>
            <a:xfrm>
              <a:off x="5864013" y="4055792"/>
              <a:ext cx="31324" cy="46971"/>
            </a:xfrm>
            <a:custGeom>
              <a:avLst/>
              <a:gdLst/>
              <a:ahLst/>
              <a:cxnLst/>
              <a:rect l="l" t="t" r="r" b="b"/>
              <a:pathLst>
                <a:path w="1009" h="1513" extrusionOk="0">
                  <a:moveTo>
                    <a:pt x="1009" y="1"/>
                  </a:moveTo>
                  <a:lnTo>
                    <a:pt x="1" y="323"/>
                  </a:lnTo>
                  <a:lnTo>
                    <a:pt x="1" y="1170"/>
                  </a:lnTo>
                  <a:cubicBezTo>
                    <a:pt x="1" y="1331"/>
                    <a:pt x="81" y="1432"/>
                    <a:pt x="243" y="1513"/>
                  </a:cubicBezTo>
                  <a:cubicBezTo>
                    <a:pt x="243" y="1513"/>
                    <a:pt x="1009" y="1432"/>
                    <a:pt x="1009" y="1251"/>
                  </a:cubicBezTo>
                  <a:lnTo>
                    <a:pt x="1009" y="1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4"/>
            <p:cNvSpPr/>
            <p:nvPr/>
          </p:nvSpPr>
          <p:spPr>
            <a:xfrm>
              <a:off x="5871526" y="4060790"/>
              <a:ext cx="28841" cy="49486"/>
            </a:xfrm>
            <a:custGeom>
              <a:avLst/>
              <a:gdLst/>
              <a:ahLst/>
              <a:cxnLst/>
              <a:rect l="l" t="t" r="r" b="b"/>
              <a:pathLst>
                <a:path w="929" h="1594" extrusionOk="0">
                  <a:moveTo>
                    <a:pt x="182" y="1"/>
                  </a:moveTo>
                  <a:lnTo>
                    <a:pt x="182" y="1009"/>
                  </a:lnTo>
                  <a:cubicBezTo>
                    <a:pt x="182" y="1170"/>
                    <a:pt x="101" y="1271"/>
                    <a:pt x="1" y="1352"/>
                  </a:cubicBezTo>
                  <a:cubicBezTo>
                    <a:pt x="1" y="1432"/>
                    <a:pt x="101" y="1432"/>
                    <a:pt x="182" y="1432"/>
                  </a:cubicBezTo>
                  <a:lnTo>
                    <a:pt x="343" y="1594"/>
                  </a:lnTo>
                  <a:lnTo>
                    <a:pt x="605" y="1432"/>
                  </a:lnTo>
                  <a:cubicBezTo>
                    <a:pt x="767" y="1432"/>
                    <a:pt x="928" y="1271"/>
                    <a:pt x="928" y="1009"/>
                  </a:cubicBezTo>
                  <a:lnTo>
                    <a:pt x="928" y="162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5686865" y="4058307"/>
              <a:ext cx="28220" cy="44456"/>
            </a:xfrm>
            <a:custGeom>
              <a:avLst/>
              <a:gdLst/>
              <a:ahLst/>
              <a:cxnLst/>
              <a:rect l="l" t="t" r="r" b="b"/>
              <a:pathLst>
                <a:path w="909" h="1432" extrusionOk="0">
                  <a:moveTo>
                    <a:pt x="908" y="0"/>
                  </a:moveTo>
                  <a:lnTo>
                    <a:pt x="1" y="242"/>
                  </a:lnTo>
                  <a:lnTo>
                    <a:pt x="1" y="1089"/>
                  </a:lnTo>
                  <a:cubicBezTo>
                    <a:pt x="1" y="1250"/>
                    <a:pt x="82" y="1351"/>
                    <a:pt x="162" y="1432"/>
                  </a:cubicBezTo>
                  <a:cubicBezTo>
                    <a:pt x="162" y="1432"/>
                    <a:pt x="747" y="1432"/>
                    <a:pt x="828" y="1089"/>
                  </a:cubicBezTo>
                  <a:lnTo>
                    <a:pt x="908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5691895" y="4063305"/>
              <a:ext cx="28810" cy="44456"/>
            </a:xfrm>
            <a:custGeom>
              <a:avLst/>
              <a:gdLst/>
              <a:ahLst/>
              <a:cxnLst/>
              <a:rect l="l" t="t" r="r" b="b"/>
              <a:pathLst>
                <a:path w="928" h="1432" extrusionOk="0">
                  <a:moveTo>
                    <a:pt x="242" y="1"/>
                  </a:moveTo>
                  <a:lnTo>
                    <a:pt x="242" y="928"/>
                  </a:lnTo>
                  <a:cubicBezTo>
                    <a:pt x="242" y="1089"/>
                    <a:pt x="162" y="1190"/>
                    <a:pt x="0" y="1271"/>
                  </a:cubicBezTo>
                  <a:cubicBezTo>
                    <a:pt x="81" y="1351"/>
                    <a:pt x="81" y="1351"/>
                    <a:pt x="162" y="1351"/>
                  </a:cubicBezTo>
                  <a:lnTo>
                    <a:pt x="343" y="1432"/>
                  </a:lnTo>
                  <a:lnTo>
                    <a:pt x="585" y="1351"/>
                  </a:lnTo>
                  <a:cubicBezTo>
                    <a:pt x="746" y="1351"/>
                    <a:pt x="928" y="1190"/>
                    <a:pt x="928" y="928"/>
                  </a:cubicBezTo>
                  <a:lnTo>
                    <a:pt x="928" y="81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5665599" y="3928100"/>
              <a:ext cx="36944" cy="23191"/>
            </a:xfrm>
            <a:custGeom>
              <a:avLst/>
              <a:gdLst/>
              <a:ahLst/>
              <a:cxnLst/>
              <a:rect l="l" t="t" r="r" b="b"/>
              <a:pathLst>
                <a:path w="1190" h="747" extrusionOk="0">
                  <a:moveTo>
                    <a:pt x="263" y="1"/>
                  </a:moveTo>
                  <a:cubicBezTo>
                    <a:pt x="81" y="1"/>
                    <a:pt x="0" y="81"/>
                    <a:pt x="0" y="243"/>
                  </a:cubicBezTo>
                  <a:cubicBezTo>
                    <a:pt x="0" y="585"/>
                    <a:pt x="263" y="747"/>
                    <a:pt x="504" y="747"/>
                  </a:cubicBezTo>
                  <a:lnTo>
                    <a:pt x="1190" y="747"/>
                  </a:lnTo>
                  <a:lnTo>
                    <a:pt x="1190" y="404"/>
                  </a:lnTo>
                  <a:cubicBezTo>
                    <a:pt x="1190" y="162"/>
                    <a:pt x="928" y="1"/>
                    <a:pt x="686" y="1"/>
                  </a:cubicBezTo>
                  <a:close/>
                </a:path>
              </a:pathLst>
            </a:custGeom>
            <a:solidFill>
              <a:srgbClr val="FFD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5699408" y="3859893"/>
              <a:ext cx="169630" cy="102045"/>
            </a:xfrm>
            <a:custGeom>
              <a:avLst/>
              <a:gdLst/>
              <a:ahLst/>
              <a:cxnLst/>
              <a:rect l="l" t="t" r="r" b="b"/>
              <a:pathLst>
                <a:path w="5464" h="3287" extrusionOk="0">
                  <a:moveTo>
                    <a:pt x="928" y="0"/>
                  </a:moveTo>
                  <a:cubicBezTo>
                    <a:pt x="686" y="0"/>
                    <a:pt x="504" y="262"/>
                    <a:pt x="424" y="423"/>
                  </a:cubicBezTo>
                  <a:lnTo>
                    <a:pt x="101" y="2944"/>
                  </a:lnTo>
                  <a:lnTo>
                    <a:pt x="0" y="3286"/>
                  </a:lnTo>
                  <a:lnTo>
                    <a:pt x="5464" y="3286"/>
                  </a:lnTo>
                  <a:lnTo>
                    <a:pt x="5464" y="2944"/>
                  </a:lnTo>
                  <a:lnTo>
                    <a:pt x="5041" y="423"/>
                  </a:lnTo>
                  <a:cubicBezTo>
                    <a:pt x="5041" y="262"/>
                    <a:pt x="4799" y="0"/>
                    <a:pt x="4537" y="0"/>
                  </a:cubicBezTo>
                  <a:close/>
                </a:path>
              </a:pathLst>
            </a:custGeom>
            <a:solidFill>
              <a:srgbClr val="FFD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5835234" y="3859893"/>
              <a:ext cx="51969" cy="102045"/>
            </a:xfrm>
            <a:custGeom>
              <a:avLst/>
              <a:gdLst/>
              <a:ahLst/>
              <a:cxnLst/>
              <a:rect l="l" t="t" r="r" b="b"/>
              <a:pathLst>
                <a:path w="1674" h="3287" extrusionOk="0">
                  <a:moveTo>
                    <a:pt x="0" y="0"/>
                  </a:moveTo>
                  <a:cubicBezTo>
                    <a:pt x="262" y="0"/>
                    <a:pt x="424" y="262"/>
                    <a:pt x="424" y="423"/>
                  </a:cubicBezTo>
                  <a:lnTo>
                    <a:pt x="847" y="2944"/>
                  </a:lnTo>
                  <a:lnTo>
                    <a:pt x="928" y="3286"/>
                  </a:lnTo>
                  <a:lnTo>
                    <a:pt x="1674" y="3286"/>
                  </a:lnTo>
                  <a:lnTo>
                    <a:pt x="1593" y="2944"/>
                  </a:lnTo>
                  <a:lnTo>
                    <a:pt x="1170" y="423"/>
                  </a:lnTo>
                  <a:cubicBezTo>
                    <a:pt x="1170" y="262"/>
                    <a:pt x="1008" y="0"/>
                    <a:pt x="766" y="0"/>
                  </a:cubicBezTo>
                  <a:close/>
                </a:path>
              </a:pathLst>
            </a:custGeom>
            <a:solidFill>
              <a:srgbClr val="FFC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5723189" y="3883674"/>
              <a:ext cx="138337" cy="80748"/>
            </a:xfrm>
            <a:custGeom>
              <a:avLst/>
              <a:gdLst/>
              <a:ahLst/>
              <a:cxnLst/>
              <a:rect l="l" t="t" r="r" b="b"/>
              <a:pathLst>
                <a:path w="4456" h="2601" extrusionOk="0">
                  <a:moveTo>
                    <a:pt x="504" y="0"/>
                  </a:moveTo>
                  <a:cubicBezTo>
                    <a:pt x="424" y="0"/>
                    <a:pt x="343" y="81"/>
                    <a:pt x="343" y="81"/>
                  </a:cubicBezTo>
                  <a:lnTo>
                    <a:pt x="0" y="2178"/>
                  </a:lnTo>
                  <a:lnTo>
                    <a:pt x="2016" y="2601"/>
                  </a:lnTo>
                  <a:lnTo>
                    <a:pt x="4456" y="2178"/>
                  </a:lnTo>
                  <a:lnTo>
                    <a:pt x="4113" y="81"/>
                  </a:lnTo>
                  <a:cubicBezTo>
                    <a:pt x="4113" y="81"/>
                    <a:pt x="4113" y="0"/>
                    <a:pt x="4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5668114" y="3951261"/>
              <a:ext cx="229733" cy="98940"/>
            </a:xfrm>
            <a:custGeom>
              <a:avLst/>
              <a:gdLst/>
              <a:ahLst/>
              <a:cxnLst/>
              <a:rect l="l" t="t" r="r" b="b"/>
              <a:pathLst>
                <a:path w="7400" h="3187" extrusionOk="0">
                  <a:moveTo>
                    <a:pt x="1109" y="1"/>
                  </a:moveTo>
                  <a:cubicBezTo>
                    <a:pt x="1008" y="1"/>
                    <a:pt x="847" y="81"/>
                    <a:pt x="847" y="162"/>
                  </a:cubicBezTo>
                  <a:lnTo>
                    <a:pt x="504" y="505"/>
                  </a:lnTo>
                  <a:cubicBezTo>
                    <a:pt x="182" y="847"/>
                    <a:pt x="0" y="1271"/>
                    <a:pt x="0" y="1674"/>
                  </a:cubicBezTo>
                  <a:lnTo>
                    <a:pt x="0" y="2864"/>
                  </a:lnTo>
                  <a:lnTo>
                    <a:pt x="7399" y="3186"/>
                  </a:lnTo>
                  <a:lnTo>
                    <a:pt x="7399" y="1674"/>
                  </a:lnTo>
                  <a:cubicBezTo>
                    <a:pt x="7399" y="1271"/>
                    <a:pt x="7238" y="847"/>
                    <a:pt x="6895" y="505"/>
                  </a:cubicBezTo>
                  <a:lnTo>
                    <a:pt x="6553" y="162"/>
                  </a:lnTo>
                  <a:cubicBezTo>
                    <a:pt x="6553" y="81"/>
                    <a:pt x="6391" y="1"/>
                    <a:pt x="6311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5861530" y="3951261"/>
              <a:ext cx="56968" cy="98940"/>
            </a:xfrm>
            <a:custGeom>
              <a:avLst/>
              <a:gdLst/>
              <a:ahLst/>
              <a:cxnLst/>
              <a:rect l="l" t="t" r="r" b="b"/>
              <a:pathLst>
                <a:path w="1835" h="3187" extrusionOk="0">
                  <a:moveTo>
                    <a:pt x="0" y="1"/>
                  </a:moveTo>
                  <a:cubicBezTo>
                    <a:pt x="161" y="1"/>
                    <a:pt x="242" y="81"/>
                    <a:pt x="323" y="162"/>
                  </a:cubicBezTo>
                  <a:lnTo>
                    <a:pt x="665" y="505"/>
                  </a:lnTo>
                  <a:cubicBezTo>
                    <a:pt x="927" y="847"/>
                    <a:pt x="1169" y="1271"/>
                    <a:pt x="1169" y="1674"/>
                  </a:cubicBezTo>
                  <a:lnTo>
                    <a:pt x="1169" y="3186"/>
                  </a:lnTo>
                  <a:lnTo>
                    <a:pt x="1835" y="2864"/>
                  </a:lnTo>
                  <a:lnTo>
                    <a:pt x="1835" y="1674"/>
                  </a:lnTo>
                  <a:cubicBezTo>
                    <a:pt x="1835" y="1271"/>
                    <a:pt x="1673" y="847"/>
                    <a:pt x="1331" y="505"/>
                  </a:cubicBezTo>
                  <a:lnTo>
                    <a:pt x="1008" y="162"/>
                  </a:lnTo>
                  <a:cubicBezTo>
                    <a:pt x="927" y="81"/>
                    <a:pt x="827" y="1"/>
                    <a:pt x="746" y="1"/>
                  </a:cubicBezTo>
                  <a:close/>
                </a:path>
              </a:pathLst>
            </a:custGeom>
            <a:solidFill>
              <a:srgbClr val="FFD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5850881" y="3977557"/>
              <a:ext cx="33808" cy="36323"/>
            </a:xfrm>
            <a:custGeom>
              <a:avLst/>
              <a:gdLst/>
              <a:ahLst/>
              <a:cxnLst/>
              <a:rect l="l" t="t" r="r" b="b"/>
              <a:pathLst>
                <a:path w="1089" h="1170" extrusionOk="0">
                  <a:moveTo>
                    <a:pt x="504" y="0"/>
                  </a:moveTo>
                  <a:cubicBezTo>
                    <a:pt x="262" y="0"/>
                    <a:pt x="0" y="242"/>
                    <a:pt x="0" y="585"/>
                  </a:cubicBezTo>
                  <a:cubicBezTo>
                    <a:pt x="0" y="928"/>
                    <a:pt x="262" y="1170"/>
                    <a:pt x="504" y="1170"/>
                  </a:cubicBezTo>
                  <a:cubicBezTo>
                    <a:pt x="847" y="1170"/>
                    <a:pt x="1089" y="928"/>
                    <a:pt x="1089" y="585"/>
                  </a:cubicBezTo>
                  <a:cubicBezTo>
                    <a:pt x="1089" y="242"/>
                    <a:pt x="847" y="0"/>
                    <a:pt x="5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5702513" y="3977557"/>
              <a:ext cx="33839" cy="36323"/>
            </a:xfrm>
            <a:custGeom>
              <a:avLst/>
              <a:gdLst/>
              <a:ahLst/>
              <a:cxnLst/>
              <a:rect l="l" t="t" r="r" b="b"/>
              <a:pathLst>
                <a:path w="1090" h="1170" extrusionOk="0">
                  <a:moveTo>
                    <a:pt x="505" y="0"/>
                  </a:moveTo>
                  <a:cubicBezTo>
                    <a:pt x="243" y="0"/>
                    <a:pt x="1" y="242"/>
                    <a:pt x="1" y="585"/>
                  </a:cubicBezTo>
                  <a:cubicBezTo>
                    <a:pt x="1" y="928"/>
                    <a:pt x="243" y="1170"/>
                    <a:pt x="505" y="1170"/>
                  </a:cubicBezTo>
                  <a:cubicBezTo>
                    <a:pt x="828" y="1170"/>
                    <a:pt x="1090" y="928"/>
                    <a:pt x="1090" y="585"/>
                  </a:cubicBezTo>
                  <a:cubicBezTo>
                    <a:pt x="1090" y="242"/>
                    <a:pt x="828" y="0"/>
                    <a:pt x="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5655571" y="4040145"/>
              <a:ext cx="255407" cy="25705"/>
            </a:xfrm>
            <a:custGeom>
              <a:avLst/>
              <a:gdLst/>
              <a:ahLst/>
              <a:cxnLst/>
              <a:rect l="l" t="t" r="r" b="b"/>
              <a:pathLst>
                <a:path w="8227" h="828" extrusionOk="0">
                  <a:moveTo>
                    <a:pt x="243" y="1"/>
                  </a:moveTo>
                  <a:cubicBezTo>
                    <a:pt x="81" y="1"/>
                    <a:pt x="1" y="81"/>
                    <a:pt x="1" y="242"/>
                  </a:cubicBezTo>
                  <a:lnTo>
                    <a:pt x="1" y="585"/>
                  </a:lnTo>
                  <a:cubicBezTo>
                    <a:pt x="1" y="747"/>
                    <a:pt x="81" y="827"/>
                    <a:pt x="243" y="827"/>
                  </a:cubicBezTo>
                  <a:lnTo>
                    <a:pt x="7965" y="827"/>
                  </a:lnTo>
                  <a:cubicBezTo>
                    <a:pt x="8146" y="827"/>
                    <a:pt x="8227" y="747"/>
                    <a:pt x="8227" y="585"/>
                  </a:cubicBezTo>
                  <a:lnTo>
                    <a:pt x="8227" y="242"/>
                  </a:lnTo>
                  <a:cubicBezTo>
                    <a:pt x="8227" y="81"/>
                    <a:pt x="8146" y="1"/>
                    <a:pt x="7965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5900337" y="4040145"/>
              <a:ext cx="31324" cy="25705"/>
            </a:xfrm>
            <a:custGeom>
              <a:avLst/>
              <a:gdLst/>
              <a:ahLst/>
              <a:cxnLst/>
              <a:rect l="l" t="t" r="r" b="b"/>
              <a:pathLst>
                <a:path w="1009" h="828" extrusionOk="0">
                  <a:moveTo>
                    <a:pt x="0" y="1"/>
                  </a:moveTo>
                  <a:cubicBezTo>
                    <a:pt x="81" y="1"/>
                    <a:pt x="262" y="81"/>
                    <a:pt x="262" y="242"/>
                  </a:cubicBezTo>
                  <a:lnTo>
                    <a:pt x="262" y="585"/>
                  </a:lnTo>
                  <a:cubicBezTo>
                    <a:pt x="262" y="747"/>
                    <a:pt x="81" y="827"/>
                    <a:pt x="0" y="827"/>
                  </a:cubicBezTo>
                  <a:lnTo>
                    <a:pt x="766" y="827"/>
                  </a:lnTo>
                  <a:cubicBezTo>
                    <a:pt x="847" y="827"/>
                    <a:pt x="1008" y="747"/>
                    <a:pt x="1008" y="585"/>
                  </a:cubicBezTo>
                  <a:lnTo>
                    <a:pt x="1008" y="242"/>
                  </a:lnTo>
                  <a:cubicBezTo>
                    <a:pt x="1008" y="81"/>
                    <a:pt x="847" y="1"/>
                    <a:pt x="766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5759482" y="3977557"/>
              <a:ext cx="68268" cy="36323"/>
            </a:xfrm>
            <a:custGeom>
              <a:avLst/>
              <a:gdLst/>
              <a:ahLst/>
              <a:cxnLst/>
              <a:rect l="l" t="t" r="r" b="b"/>
              <a:pathLst>
                <a:path w="2199" h="1170" extrusionOk="0">
                  <a:moveTo>
                    <a:pt x="263" y="0"/>
                  </a:moveTo>
                  <a:cubicBezTo>
                    <a:pt x="81" y="0"/>
                    <a:pt x="1" y="162"/>
                    <a:pt x="1" y="242"/>
                  </a:cubicBezTo>
                  <a:lnTo>
                    <a:pt x="1" y="928"/>
                  </a:lnTo>
                  <a:cubicBezTo>
                    <a:pt x="1" y="1008"/>
                    <a:pt x="81" y="1170"/>
                    <a:pt x="263" y="1170"/>
                  </a:cubicBezTo>
                  <a:lnTo>
                    <a:pt x="505" y="1170"/>
                  </a:lnTo>
                  <a:lnTo>
                    <a:pt x="767" y="1008"/>
                  </a:lnTo>
                  <a:lnTo>
                    <a:pt x="928" y="1170"/>
                  </a:lnTo>
                  <a:lnTo>
                    <a:pt x="1271" y="1170"/>
                  </a:lnTo>
                  <a:lnTo>
                    <a:pt x="1432" y="1008"/>
                  </a:lnTo>
                  <a:lnTo>
                    <a:pt x="1593" y="1170"/>
                  </a:lnTo>
                  <a:lnTo>
                    <a:pt x="1936" y="1170"/>
                  </a:lnTo>
                  <a:cubicBezTo>
                    <a:pt x="2097" y="1170"/>
                    <a:pt x="2198" y="1008"/>
                    <a:pt x="2198" y="928"/>
                  </a:cubicBezTo>
                  <a:lnTo>
                    <a:pt x="2198" y="242"/>
                  </a:lnTo>
                  <a:cubicBezTo>
                    <a:pt x="2198" y="162"/>
                    <a:pt x="2097" y="0"/>
                    <a:pt x="1936" y="0"/>
                  </a:cubicBezTo>
                  <a:lnTo>
                    <a:pt x="1593" y="0"/>
                  </a:lnTo>
                  <a:lnTo>
                    <a:pt x="1513" y="162"/>
                  </a:lnTo>
                  <a:lnTo>
                    <a:pt x="1271" y="0"/>
                  </a:lnTo>
                  <a:lnTo>
                    <a:pt x="928" y="0"/>
                  </a:lnTo>
                  <a:lnTo>
                    <a:pt x="767" y="162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5798910" y="3977557"/>
              <a:ext cx="10059" cy="36323"/>
            </a:xfrm>
            <a:custGeom>
              <a:avLst/>
              <a:gdLst/>
              <a:ahLst/>
              <a:cxnLst/>
              <a:rect l="l" t="t" r="r" b="b"/>
              <a:pathLst>
                <a:path w="324" h="1170" extrusionOk="0">
                  <a:moveTo>
                    <a:pt x="1" y="0"/>
                  </a:moveTo>
                  <a:lnTo>
                    <a:pt x="1" y="1170"/>
                  </a:lnTo>
                  <a:lnTo>
                    <a:pt x="323" y="117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5775129" y="3977557"/>
              <a:ext cx="13194" cy="36323"/>
            </a:xfrm>
            <a:custGeom>
              <a:avLst/>
              <a:gdLst/>
              <a:ahLst/>
              <a:cxnLst/>
              <a:rect l="l" t="t" r="r" b="b"/>
              <a:pathLst>
                <a:path w="425" h="1170" extrusionOk="0">
                  <a:moveTo>
                    <a:pt x="1" y="0"/>
                  </a:moveTo>
                  <a:lnTo>
                    <a:pt x="1" y="1170"/>
                  </a:lnTo>
                  <a:lnTo>
                    <a:pt x="424" y="117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5884659" y="3928100"/>
              <a:ext cx="36975" cy="23191"/>
            </a:xfrm>
            <a:custGeom>
              <a:avLst/>
              <a:gdLst/>
              <a:ahLst/>
              <a:cxnLst/>
              <a:rect l="l" t="t" r="r" b="b"/>
              <a:pathLst>
                <a:path w="1191" h="747" extrusionOk="0">
                  <a:moveTo>
                    <a:pt x="505" y="1"/>
                  </a:moveTo>
                  <a:cubicBezTo>
                    <a:pt x="182" y="1"/>
                    <a:pt x="1" y="162"/>
                    <a:pt x="1" y="404"/>
                  </a:cubicBezTo>
                  <a:lnTo>
                    <a:pt x="1" y="747"/>
                  </a:lnTo>
                  <a:lnTo>
                    <a:pt x="686" y="747"/>
                  </a:lnTo>
                  <a:cubicBezTo>
                    <a:pt x="928" y="747"/>
                    <a:pt x="1191" y="585"/>
                    <a:pt x="1191" y="243"/>
                  </a:cubicBezTo>
                  <a:cubicBezTo>
                    <a:pt x="1191" y="81"/>
                    <a:pt x="1009" y="1"/>
                    <a:pt x="928" y="1"/>
                  </a:cubicBezTo>
                  <a:close/>
                </a:path>
              </a:pathLst>
            </a:custGeom>
            <a:solidFill>
              <a:srgbClr val="FFC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5644954" y="4105248"/>
              <a:ext cx="273537" cy="88913"/>
            </a:xfrm>
            <a:custGeom>
              <a:avLst/>
              <a:gdLst/>
              <a:ahLst/>
              <a:cxnLst/>
              <a:rect l="l" t="t" r="r" b="b"/>
              <a:pathLst>
                <a:path w="8811" h="2864" extrusionOk="0">
                  <a:moveTo>
                    <a:pt x="928" y="0"/>
                  </a:moveTo>
                  <a:cubicBezTo>
                    <a:pt x="665" y="0"/>
                    <a:pt x="423" y="162"/>
                    <a:pt x="423" y="343"/>
                  </a:cubicBezTo>
                  <a:lnTo>
                    <a:pt x="0" y="2178"/>
                  </a:lnTo>
                  <a:lnTo>
                    <a:pt x="4698" y="2863"/>
                  </a:lnTo>
                  <a:lnTo>
                    <a:pt x="8811" y="2178"/>
                  </a:lnTo>
                  <a:lnTo>
                    <a:pt x="8488" y="343"/>
                  </a:lnTo>
                  <a:cubicBezTo>
                    <a:pt x="8407" y="162"/>
                    <a:pt x="8226" y="0"/>
                    <a:pt x="7984" y="0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5890309" y="4105248"/>
              <a:ext cx="51969" cy="78264"/>
            </a:xfrm>
            <a:custGeom>
              <a:avLst/>
              <a:gdLst/>
              <a:ahLst/>
              <a:cxnLst/>
              <a:rect l="l" t="t" r="r" b="b"/>
              <a:pathLst>
                <a:path w="1674" h="2521" extrusionOk="0">
                  <a:moveTo>
                    <a:pt x="0" y="0"/>
                  </a:moveTo>
                  <a:cubicBezTo>
                    <a:pt x="242" y="0"/>
                    <a:pt x="404" y="162"/>
                    <a:pt x="504" y="343"/>
                  </a:cubicBezTo>
                  <a:lnTo>
                    <a:pt x="908" y="2178"/>
                  </a:lnTo>
                  <a:lnTo>
                    <a:pt x="1331" y="2521"/>
                  </a:lnTo>
                  <a:lnTo>
                    <a:pt x="1674" y="2178"/>
                  </a:lnTo>
                  <a:lnTo>
                    <a:pt x="1250" y="343"/>
                  </a:lnTo>
                  <a:cubicBezTo>
                    <a:pt x="1170" y="162"/>
                    <a:pt x="1009" y="0"/>
                    <a:pt x="746" y="0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5629306" y="4172835"/>
              <a:ext cx="304831" cy="33839"/>
            </a:xfrm>
            <a:custGeom>
              <a:avLst/>
              <a:gdLst/>
              <a:ahLst/>
              <a:cxnLst/>
              <a:rect l="l" t="t" r="r" b="b"/>
              <a:pathLst>
                <a:path w="9819" h="1090" extrusionOk="0">
                  <a:moveTo>
                    <a:pt x="242" y="1"/>
                  </a:moveTo>
                  <a:cubicBezTo>
                    <a:pt x="161" y="1"/>
                    <a:pt x="0" y="182"/>
                    <a:pt x="0" y="263"/>
                  </a:cubicBezTo>
                  <a:lnTo>
                    <a:pt x="0" y="848"/>
                  </a:lnTo>
                  <a:cubicBezTo>
                    <a:pt x="0" y="1009"/>
                    <a:pt x="161" y="1090"/>
                    <a:pt x="242" y="1090"/>
                  </a:cubicBezTo>
                  <a:lnTo>
                    <a:pt x="3528" y="1090"/>
                  </a:lnTo>
                  <a:lnTo>
                    <a:pt x="5121" y="848"/>
                  </a:lnTo>
                  <a:lnTo>
                    <a:pt x="6976" y="1090"/>
                  </a:lnTo>
                  <a:lnTo>
                    <a:pt x="9577" y="1090"/>
                  </a:lnTo>
                  <a:cubicBezTo>
                    <a:pt x="9738" y="1090"/>
                    <a:pt x="9819" y="1009"/>
                    <a:pt x="9819" y="848"/>
                  </a:cubicBezTo>
                  <a:lnTo>
                    <a:pt x="9819" y="263"/>
                  </a:lnTo>
                  <a:cubicBezTo>
                    <a:pt x="9819" y="182"/>
                    <a:pt x="9738" y="1"/>
                    <a:pt x="9577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5926602" y="4172835"/>
              <a:ext cx="28841" cy="33839"/>
            </a:xfrm>
            <a:custGeom>
              <a:avLst/>
              <a:gdLst/>
              <a:ahLst/>
              <a:cxnLst/>
              <a:rect l="l" t="t" r="r" b="b"/>
              <a:pathLst>
                <a:path w="929" h="1090" extrusionOk="0">
                  <a:moveTo>
                    <a:pt x="1" y="1"/>
                  </a:moveTo>
                  <a:cubicBezTo>
                    <a:pt x="81" y="1"/>
                    <a:pt x="243" y="182"/>
                    <a:pt x="243" y="263"/>
                  </a:cubicBezTo>
                  <a:lnTo>
                    <a:pt x="243" y="848"/>
                  </a:lnTo>
                  <a:cubicBezTo>
                    <a:pt x="243" y="1009"/>
                    <a:pt x="81" y="1090"/>
                    <a:pt x="1" y="1090"/>
                  </a:cubicBezTo>
                  <a:lnTo>
                    <a:pt x="666" y="1090"/>
                  </a:lnTo>
                  <a:cubicBezTo>
                    <a:pt x="848" y="1090"/>
                    <a:pt x="928" y="1009"/>
                    <a:pt x="928" y="848"/>
                  </a:cubicBezTo>
                  <a:lnTo>
                    <a:pt x="928" y="263"/>
                  </a:lnTo>
                  <a:cubicBezTo>
                    <a:pt x="928" y="182"/>
                    <a:pt x="848" y="1"/>
                    <a:pt x="747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4"/>
            <p:cNvSpPr/>
            <p:nvPr/>
          </p:nvSpPr>
          <p:spPr>
            <a:xfrm>
              <a:off x="5738836" y="4178485"/>
              <a:ext cx="143366" cy="28189"/>
            </a:xfrm>
            <a:custGeom>
              <a:avLst/>
              <a:gdLst/>
              <a:ahLst/>
              <a:cxnLst/>
              <a:rect l="l" t="t" r="r" b="b"/>
              <a:pathLst>
                <a:path w="4618" h="908" extrusionOk="0">
                  <a:moveTo>
                    <a:pt x="4275" y="0"/>
                  </a:moveTo>
                  <a:lnTo>
                    <a:pt x="0" y="242"/>
                  </a:lnTo>
                  <a:lnTo>
                    <a:pt x="0" y="908"/>
                  </a:lnTo>
                  <a:lnTo>
                    <a:pt x="4033" y="908"/>
                  </a:lnTo>
                  <a:lnTo>
                    <a:pt x="4617" y="585"/>
                  </a:lnTo>
                  <a:lnTo>
                    <a:pt x="4275" y="0"/>
                  </a:ln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5720674" y="4125894"/>
              <a:ext cx="122721" cy="60134"/>
            </a:xfrm>
            <a:custGeom>
              <a:avLst/>
              <a:gdLst/>
              <a:ahLst/>
              <a:cxnLst/>
              <a:rect l="l" t="t" r="r" b="b"/>
              <a:pathLst>
                <a:path w="3953" h="1937" extrusionOk="0">
                  <a:moveTo>
                    <a:pt x="243" y="1"/>
                  </a:moveTo>
                  <a:cubicBezTo>
                    <a:pt x="162" y="1"/>
                    <a:pt x="1" y="182"/>
                    <a:pt x="1" y="263"/>
                  </a:cubicBezTo>
                  <a:lnTo>
                    <a:pt x="1" y="1694"/>
                  </a:lnTo>
                  <a:cubicBezTo>
                    <a:pt x="1" y="1775"/>
                    <a:pt x="162" y="1936"/>
                    <a:pt x="243" y="1936"/>
                  </a:cubicBezTo>
                  <a:lnTo>
                    <a:pt x="3771" y="1936"/>
                  </a:lnTo>
                  <a:cubicBezTo>
                    <a:pt x="3852" y="1936"/>
                    <a:pt x="3952" y="1775"/>
                    <a:pt x="3952" y="1694"/>
                  </a:cubicBezTo>
                  <a:lnTo>
                    <a:pt x="3952" y="263"/>
                  </a:lnTo>
                  <a:cubicBezTo>
                    <a:pt x="3952" y="182"/>
                    <a:pt x="3852" y="1"/>
                    <a:pt x="37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5749485" y="4149675"/>
              <a:ext cx="88261" cy="10059"/>
            </a:xfrm>
            <a:custGeom>
              <a:avLst/>
              <a:gdLst/>
              <a:ahLst/>
              <a:cxnLst/>
              <a:rect l="l" t="t" r="r" b="b"/>
              <a:pathLst>
                <a:path w="2843" h="324" extrusionOk="0">
                  <a:moveTo>
                    <a:pt x="161" y="1"/>
                  </a:moveTo>
                  <a:cubicBezTo>
                    <a:pt x="81" y="1"/>
                    <a:pt x="0" y="81"/>
                    <a:pt x="0" y="243"/>
                  </a:cubicBezTo>
                  <a:cubicBezTo>
                    <a:pt x="0" y="323"/>
                    <a:pt x="81" y="323"/>
                    <a:pt x="161" y="323"/>
                  </a:cubicBezTo>
                  <a:lnTo>
                    <a:pt x="2601" y="323"/>
                  </a:lnTo>
                  <a:cubicBezTo>
                    <a:pt x="2762" y="323"/>
                    <a:pt x="2843" y="243"/>
                    <a:pt x="2843" y="162"/>
                  </a:cubicBezTo>
                  <a:cubicBezTo>
                    <a:pt x="2762" y="81"/>
                    <a:pt x="2682" y="1"/>
                    <a:pt x="2601" y="1"/>
                  </a:cubicBez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5902821" y="3857999"/>
              <a:ext cx="46971" cy="46350"/>
            </a:xfrm>
            <a:custGeom>
              <a:avLst/>
              <a:gdLst/>
              <a:ahLst/>
              <a:cxnLst/>
              <a:rect l="l" t="t" r="r" b="b"/>
              <a:pathLst>
                <a:path w="1513" h="1493" extrusionOk="0">
                  <a:moveTo>
                    <a:pt x="726" y="1"/>
                  </a:moveTo>
                  <a:cubicBezTo>
                    <a:pt x="706" y="1"/>
                    <a:pt x="686" y="21"/>
                    <a:pt x="686" y="61"/>
                  </a:cubicBezTo>
                  <a:lnTo>
                    <a:pt x="606" y="323"/>
                  </a:lnTo>
                  <a:cubicBezTo>
                    <a:pt x="505" y="484"/>
                    <a:pt x="424" y="565"/>
                    <a:pt x="263" y="646"/>
                  </a:cubicBezTo>
                  <a:lnTo>
                    <a:pt x="1" y="747"/>
                  </a:lnTo>
                  <a:lnTo>
                    <a:pt x="1" y="827"/>
                  </a:lnTo>
                  <a:lnTo>
                    <a:pt x="263" y="908"/>
                  </a:lnTo>
                  <a:cubicBezTo>
                    <a:pt x="424" y="988"/>
                    <a:pt x="505" y="1069"/>
                    <a:pt x="606" y="1251"/>
                  </a:cubicBezTo>
                  <a:lnTo>
                    <a:pt x="686" y="1492"/>
                  </a:lnTo>
                  <a:lnTo>
                    <a:pt x="767" y="1492"/>
                  </a:lnTo>
                  <a:lnTo>
                    <a:pt x="847" y="1251"/>
                  </a:lnTo>
                  <a:cubicBezTo>
                    <a:pt x="928" y="1069"/>
                    <a:pt x="1009" y="988"/>
                    <a:pt x="1190" y="908"/>
                  </a:cubicBezTo>
                  <a:lnTo>
                    <a:pt x="1432" y="827"/>
                  </a:lnTo>
                  <a:cubicBezTo>
                    <a:pt x="1513" y="827"/>
                    <a:pt x="1513" y="747"/>
                    <a:pt x="1432" y="747"/>
                  </a:cubicBezTo>
                  <a:lnTo>
                    <a:pt x="1190" y="646"/>
                  </a:lnTo>
                  <a:cubicBezTo>
                    <a:pt x="1009" y="565"/>
                    <a:pt x="928" y="484"/>
                    <a:pt x="847" y="323"/>
                  </a:cubicBezTo>
                  <a:lnTo>
                    <a:pt x="767" y="61"/>
                  </a:lnTo>
                  <a:cubicBezTo>
                    <a:pt x="767" y="21"/>
                    <a:pt x="747" y="1"/>
                    <a:pt x="726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5817072" y="3789760"/>
              <a:ext cx="62618" cy="60134"/>
            </a:xfrm>
            <a:custGeom>
              <a:avLst/>
              <a:gdLst/>
              <a:ahLst/>
              <a:cxnLst/>
              <a:rect l="l" t="t" r="r" b="b"/>
              <a:pathLst>
                <a:path w="2017" h="1937" extrusionOk="0">
                  <a:moveTo>
                    <a:pt x="1009" y="1"/>
                  </a:moveTo>
                  <a:lnTo>
                    <a:pt x="928" y="82"/>
                  </a:lnTo>
                  <a:cubicBezTo>
                    <a:pt x="928" y="505"/>
                    <a:pt x="585" y="828"/>
                    <a:pt x="162" y="928"/>
                  </a:cubicBezTo>
                  <a:lnTo>
                    <a:pt x="1" y="928"/>
                  </a:lnTo>
                  <a:lnTo>
                    <a:pt x="1" y="1009"/>
                  </a:lnTo>
                  <a:lnTo>
                    <a:pt x="162" y="1009"/>
                  </a:lnTo>
                  <a:cubicBezTo>
                    <a:pt x="585" y="1090"/>
                    <a:pt x="928" y="1432"/>
                    <a:pt x="928" y="1836"/>
                  </a:cubicBezTo>
                  <a:lnTo>
                    <a:pt x="1009" y="1936"/>
                  </a:lnTo>
                  <a:lnTo>
                    <a:pt x="1009" y="1836"/>
                  </a:lnTo>
                  <a:cubicBezTo>
                    <a:pt x="1089" y="1432"/>
                    <a:pt x="1432" y="1090"/>
                    <a:pt x="1855" y="1009"/>
                  </a:cubicBezTo>
                  <a:lnTo>
                    <a:pt x="2017" y="1009"/>
                  </a:lnTo>
                  <a:lnTo>
                    <a:pt x="2017" y="928"/>
                  </a:lnTo>
                  <a:lnTo>
                    <a:pt x="1855" y="928"/>
                  </a:lnTo>
                  <a:cubicBezTo>
                    <a:pt x="1432" y="828"/>
                    <a:pt x="1089" y="505"/>
                    <a:pt x="1009" y="82"/>
                  </a:cubicBezTo>
                  <a:lnTo>
                    <a:pt x="1009" y="1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4"/>
            <p:cNvSpPr/>
            <p:nvPr/>
          </p:nvSpPr>
          <p:spPr>
            <a:xfrm>
              <a:off x="5705027" y="3789760"/>
              <a:ext cx="62618" cy="60134"/>
            </a:xfrm>
            <a:custGeom>
              <a:avLst/>
              <a:gdLst/>
              <a:ahLst/>
              <a:cxnLst/>
              <a:rect l="l" t="t" r="r" b="b"/>
              <a:pathLst>
                <a:path w="2017" h="1937" extrusionOk="0">
                  <a:moveTo>
                    <a:pt x="1009" y="1"/>
                  </a:moveTo>
                  <a:lnTo>
                    <a:pt x="928" y="82"/>
                  </a:lnTo>
                  <a:cubicBezTo>
                    <a:pt x="928" y="505"/>
                    <a:pt x="585" y="828"/>
                    <a:pt x="162" y="928"/>
                  </a:cubicBezTo>
                  <a:lnTo>
                    <a:pt x="1" y="928"/>
                  </a:lnTo>
                  <a:lnTo>
                    <a:pt x="1" y="1009"/>
                  </a:lnTo>
                  <a:lnTo>
                    <a:pt x="162" y="1009"/>
                  </a:lnTo>
                  <a:cubicBezTo>
                    <a:pt x="585" y="1090"/>
                    <a:pt x="928" y="1432"/>
                    <a:pt x="928" y="1836"/>
                  </a:cubicBezTo>
                  <a:lnTo>
                    <a:pt x="1009" y="1936"/>
                  </a:lnTo>
                  <a:lnTo>
                    <a:pt x="1009" y="1836"/>
                  </a:lnTo>
                  <a:cubicBezTo>
                    <a:pt x="1089" y="1432"/>
                    <a:pt x="1432" y="1090"/>
                    <a:pt x="1835" y="1009"/>
                  </a:cubicBezTo>
                  <a:lnTo>
                    <a:pt x="2017" y="1009"/>
                  </a:lnTo>
                  <a:lnTo>
                    <a:pt x="2017" y="928"/>
                  </a:lnTo>
                  <a:lnTo>
                    <a:pt x="1835" y="928"/>
                  </a:lnTo>
                  <a:cubicBezTo>
                    <a:pt x="1432" y="828"/>
                    <a:pt x="1089" y="505"/>
                    <a:pt x="1009" y="82"/>
                  </a:cubicBezTo>
                  <a:lnTo>
                    <a:pt x="1009" y="1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4"/>
            <p:cNvSpPr/>
            <p:nvPr/>
          </p:nvSpPr>
          <p:spPr>
            <a:xfrm>
              <a:off x="5636820" y="3857999"/>
              <a:ext cx="46971" cy="46350"/>
            </a:xfrm>
            <a:custGeom>
              <a:avLst/>
              <a:gdLst/>
              <a:ahLst/>
              <a:cxnLst/>
              <a:rect l="l" t="t" r="r" b="b"/>
              <a:pathLst>
                <a:path w="1513" h="1493" extrusionOk="0">
                  <a:moveTo>
                    <a:pt x="776" y="1"/>
                  </a:moveTo>
                  <a:cubicBezTo>
                    <a:pt x="766" y="1"/>
                    <a:pt x="766" y="21"/>
                    <a:pt x="766" y="61"/>
                  </a:cubicBezTo>
                  <a:lnTo>
                    <a:pt x="605" y="323"/>
                  </a:lnTo>
                  <a:cubicBezTo>
                    <a:pt x="605" y="484"/>
                    <a:pt x="423" y="565"/>
                    <a:pt x="262" y="646"/>
                  </a:cubicBezTo>
                  <a:lnTo>
                    <a:pt x="101" y="747"/>
                  </a:lnTo>
                  <a:cubicBezTo>
                    <a:pt x="0" y="747"/>
                    <a:pt x="0" y="827"/>
                    <a:pt x="101" y="827"/>
                  </a:cubicBezTo>
                  <a:lnTo>
                    <a:pt x="262" y="908"/>
                  </a:lnTo>
                  <a:cubicBezTo>
                    <a:pt x="423" y="988"/>
                    <a:pt x="605" y="1069"/>
                    <a:pt x="605" y="1251"/>
                  </a:cubicBezTo>
                  <a:lnTo>
                    <a:pt x="766" y="1492"/>
                  </a:lnTo>
                  <a:lnTo>
                    <a:pt x="847" y="1492"/>
                  </a:lnTo>
                  <a:lnTo>
                    <a:pt x="927" y="1251"/>
                  </a:lnTo>
                  <a:cubicBezTo>
                    <a:pt x="927" y="1069"/>
                    <a:pt x="1109" y="988"/>
                    <a:pt x="1270" y="908"/>
                  </a:cubicBezTo>
                  <a:lnTo>
                    <a:pt x="1512" y="827"/>
                  </a:lnTo>
                  <a:lnTo>
                    <a:pt x="1512" y="747"/>
                  </a:lnTo>
                  <a:lnTo>
                    <a:pt x="1270" y="646"/>
                  </a:lnTo>
                  <a:cubicBezTo>
                    <a:pt x="1109" y="565"/>
                    <a:pt x="927" y="484"/>
                    <a:pt x="927" y="323"/>
                  </a:cubicBezTo>
                  <a:lnTo>
                    <a:pt x="847" y="61"/>
                  </a:lnTo>
                  <a:cubicBezTo>
                    <a:pt x="806" y="21"/>
                    <a:pt x="786" y="1"/>
                    <a:pt x="776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" name="Picture 11" descr="A graph with lines on a black background&#10;&#10;AI-generated content may be incorrect.">
            <a:extLst>
              <a:ext uri="{FF2B5EF4-FFF2-40B4-BE49-F238E27FC236}">
                <a16:creationId xmlns:a16="http://schemas.microsoft.com/office/drawing/2014/main" id="{019AA8D9-622C-B54C-0A2A-7EBF9AEA1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94" y="871276"/>
            <a:ext cx="4017000" cy="25106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AF6662-A0E7-6962-978F-405150E0FA61}"/>
              </a:ext>
            </a:extLst>
          </p:cNvPr>
          <p:cNvSpPr txBox="1"/>
          <p:nvPr/>
        </p:nvSpPr>
        <p:spPr>
          <a:xfrm>
            <a:off x="1143630" y="975759"/>
            <a:ext cx="273960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it shows:</a:t>
            </a:r>
            <a:endParaRPr lang="en-US" sz="2000" dirty="0"/>
          </a:p>
          <a:p>
            <a:r>
              <a:rPr lang="en-US" dirty="0"/>
              <a:t>- High volatility in gasoline prices</a:t>
            </a:r>
          </a:p>
          <a:p>
            <a:r>
              <a:rPr lang="en-US" dirty="0"/>
              <a:t>- Major peaks around 2008 and 2011–14</a:t>
            </a:r>
          </a:p>
          <a:p>
            <a:r>
              <a:rPr lang="en-US" dirty="0"/>
              <a:t>- Recent increases influenced by inflation and supply shocks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Column graph</a:t>
            </a:r>
            <a:endParaRPr/>
          </a:p>
        </p:txBody>
      </p:sp>
      <p:sp>
        <p:nvSpPr>
          <p:cNvPr id="1238" name="Google Shape;1238;p39"/>
          <p:cNvSpPr txBox="1">
            <a:spLocks noGrp="1"/>
          </p:cNvSpPr>
          <p:nvPr>
            <p:ph type="title" idx="4294967295"/>
          </p:nvPr>
        </p:nvSpPr>
        <p:spPr>
          <a:xfrm>
            <a:off x="5382223" y="1129370"/>
            <a:ext cx="3171463" cy="21925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sz="2000" b="1" dirty="0"/>
              <a:t>What it shows:</a:t>
            </a:r>
            <a:br>
              <a:rPr lang="en-US" sz="2000" b="1" dirty="0"/>
            </a:br>
            <a:br>
              <a:rPr lang="en-US" sz="1400" dirty="0"/>
            </a:br>
            <a:r>
              <a:rPr lang="en-US" sz="1400" dirty="0"/>
              <a:t>-California dominates EV adoption</a:t>
            </a:r>
            <a:br>
              <a:rPr lang="en-US" sz="1400" dirty="0"/>
            </a:br>
            <a:r>
              <a:rPr lang="en-US" sz="1400" dirty="0"/>
              <a:t>-Other leading states: Florida, Texas, New York, Washington</a:t>
            </a:r>
            <a:br>
              <a:rPr lang="en-US" sz="1400" dirty="0"/>
            </a:br>
            <a:r>
              <a:rPr lang="en-US" sz="1400" dirty="0"/>
              <a:t>-Dataset is a </a:t>
            </a:r>
            <a:r>
              <a:rPr lang="en-US" sz="1400" b="1" dirty="0"/>
              <a:t>one-year snapshot</a:t>
            </a:r>
            <a:r>
              <a:rPr lang="en-US" sz="1400" dirty="0"/>
              <a:t>, not a time series</a:t>
            </a:r>
          </a:p>
        </p:txBody>
      </p:sp>
      <p:sp>
        <p:nvSpPr>
          <p:cNvPr id="1245" name="Google Shape;1245;p39"/>
          <p:cNvSpPr/>
          <p:nvPr/>
        </p:nvSpPr>
        <p:spPr>
          <a:xfrm>
            <a:off x="636608" y="1017725"/>
            <a:ext cx="4745616" cy="368075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dist="104775" dir="2760000" algn="bl" rotWithShape="0">
              <a:schemeClr val="l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graph with a bar graph&#10;&#10;AI-generated content may be incorrect.">
            <a:extLst>
              <a:ext uri="{FF2B5EF4-FFF2-40B4-BE49-F238E27FC236}">
                <a16:creationId xmlns:a16="http://schemas.microsoft.com/office/drawing/2014/main" id="{5C9DC273-6687-68F4-A7C4-2200CE447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1" y="1536116"/>
            <a:ext cx="4230349" cy="2643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6"/>
          <p:cNvSpPr txBox="1">
            <a:spLocks noGrp="1"/>
          </p:cNvSpPr>
          <p:nvPr>
            <p:ph type="subTitle" idx="6"/>
          </p:nvPr>
        </p:nvSpPr>
        <p:spPr>
          <a:xfrm>
            <a:off x="1513799" y="2938625"/>
            <a:ext cx="2811000" cy="12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EV adoption is growing</a:t>
            </a:r>
            <a:r>
              <a:rPr lang="en-US" dirty="0"/>
              <a:t>, but uneven across states</a:t>
            </a:r>
          </a:p>
        </p:txBody>
      </p:sp>
      <p:sp>
        <p:nvSpPr>
          <p:cNvPr id="959" name="Google Shape;959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Key Takeaways</a:t>
            </a:r>
            <a:endParaRPr dirty="0"/>
          </a:p>
        </p:txBody>
      </p:sp>
      <p:sp>
        <p:nvSpPr>
          <p:cNvPr id="964" name="Google Shape;964;p36"/>
          <p:cNvSpPr txBox="1">
            <a:spLocks noGrp="1"/>
          </p:cNvSpPr>
          <p:nvPr>
            <p:ph type="subTitle" idx="5"/>
          </p:nvPr>
        </p:nvSpPr>
        <p:spPr>
          <a:xfrm>
            <a:off x="1513799" y="1277975"/>
            <a:ext cx="2811000" cy="781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Vehicle prices are rising</a:t>
            </a:r>
            <a:r>
              <a:rPr lang="en-US" dirty="0"/>
              <a:t> steadily</a:t>
            </a:r>
          </a:p>
        </p:txBody>
      </p:sp>
      <p:sp>
        <p:nvSpPr>
          <p:cNvPr id="965" name="Google Shape;965;p36"/>
          <p:cNvSpPr txBox="1">
            <a:spLocks noGrp="1"/>
          </p:cNvSpPr>
          <p:nvPr>
            <p:ph type="subTitle" idx="7"/>
          </p:nvPr>
        </p:nvSpPr>
        <p:spPr>
          <a:xfrm>
            <a:off x="5492724" y="1277975"/>
            <a:ext cx="2811000" cy="14189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/>
              <a:t>Fuel prices are unstable</a:t>
            </a:r>
            <a:r>
              <a:rPr lang="en-US" dirty="0"/>
              <a:t>, pushing interest toward alternatives</a:t>
            </a:r>
          </a:p>
        </p:txBody>
      </p:sp>
      <p:sp>
        <p:nvSpPr>
          <p:cNvPr id="966" name="Google Shape;966;p36"/>
          <p:cNvSpPr txBox="1">
            <a:spLocks noGrp="1"/>
          </p:cNvSpPr>
          <p:nvPr>
            <p:ph type="subTitle" idx="8"/>
          </p:nvPr>
        </p:nvSpPr>
        <p:spPr>
          <a:xfrm>
            <a:off x="5492724" y="2938625"/>
            <a:ext cx="2811000" cy="12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600" dirty="0"/>
              <a:t>Industry is shifting toward electrification, influenced by energy costs and policy incentives</a:t>
            </a:r>
            <a:endParaRPr sz="1600" dirty="0"/>
          </a:p>
        </p:txBody>
      </p:sp>
      <p:sp>
        <p:nvSpPr>
          <p:cNvPr id="967" name="Google Shape;967;p36"/>
          <p:cNvSpPr/>
          <p:nvPr/>
        </p:nvSpPr>
        <p:spPr>
          <a:xfrm>
            <a:off x="720012" y="1277975"/>
            <a:ext cx="641400" cy="641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dist="104775" dir="2760000" algn="bl" rotWithShape="0">
              <a:schemeClr val="l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6"/>
          <p:cNvSpPr/>
          <p:nvPr/>
        </p:nvSpPr>
        <p:spPr>
          <a:xfrm>
            <a:off x="4698962" y="1277975"/>
            <a:ext cx="641400" cy="641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dist="104775" dir="2760000" algn="bl" rotWithShape="0">
              <a:schemeClr val="l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6"/>
          <p:cNvSpPr/>
          <p:nvPr/>
        </p:nvSpPr>
        <p:spPr>
          <a:xfrm>
            <a:off x="720012" y="2938625"/>
            <a:ext cx="641400" cy="641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dist="104775" dir="2760000" algn="bl" rotWithShape="0">
              <a:schemeClr val="l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6"/>
          <p:cNvSpPr/>
          <p:nvPr/>
        </p:nvSpPr>
        <p:spPr>
          <a:xfrm>
            <a:off x="4698962" y="2938625"/>
            <a:ext cx="641400" cy="641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dist="104775" dir="2760000" algn="bl" rotWithShape="0">
              <a:schemeClr val="l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1" name="Google Shape;971;p36"/>
          <p:cNvGrpSpPr/>
          <p:nvPr/>
        </p:nvGrpSpPr>
        <p:grpSpPr>
          <a:xfrm>
            <a:off x="4881301" y="3071533"/>
            <a:ext cx="276711" cy="375592"/>
            <a:chOff x="4001851" y="3226433"/>
            <a:chExt cx="276711" cy="375592"/>
          </a:xfrm>
        </p:grpSpPr>
        <p:sp>
          <p:nvSpPr>
            <p:cNvPr id="972" name="Google Shape;972;p36"/>
            <p:cNvSpPr/>
            <p:nvPr/>
          </p:nvSpPr>
          <p:spPr>
            <a:xfrm>
              <a:off x="4012500" y="3424226"/>
              <a:ext cx="36354" cy="26326"/>
            </a:xfrm>
            <a:custGeom>
              <a:avLst/>
              <a:gdLst/>
              <a:ahLst/>
              <a:cxnLst/>
              <a:rect l="l" t="t" r="r" b="b"/>
              <a:pathLst>
                <a:path w="1171" h="848" extrusionOk="0">
                  <a:moveTo>
                    <a:pt x="243" y="1"/>
                  </a:moveTo>
                  <a:cubicBezTo>
                    <a:pt x="162" y="1"/>
                    <a:pt x="1" y="101"/>
                    <a:pt x="1" y="263"/>
                  </a:cubicBezTo>
                  <a:lnTo>
                    <a:pt x="1" y="343"/>
                  </a:lnTo>
                  <a:cubicBezTo>
                    <a:pt x="1" y="605"/>
                    <a:pt x="243" y="847"/>
                    <a:pt x="505" y="847"/>
                  </a:cubicBezTo>
                  <a:lnTo>
                    <a:pt x="1170" y="847"/>
                  </a:lnTo>
                  <a:lnTo>
                    <a:pt x="1170" y="505"/>
                  </a:lnTo>
                  <a:cubicBezTo>
                    <a:pt x="1170" y="263"/>
                    <a:pt x="908" y="1"/>
                    <a:pt x="666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4046309" y="3359123"/>
              <a:ext cx="164011" cy="102076"/>
            </a:xfrm>
            <a:custGeom>
              <a:avLst/>
              <a:gdLst/>
              <a:ahLst/>
              <a:cxnLst/>
              <a:rect l="l" t="t" r="r" b="b"/>
              <a:pathLst>
                <a:path w="5283" h="3288" extrusionOk="0">
                  <a:moveTo>
                    <a:pt x="928" y="1"/>
                  </a:moveTo>
                  <a:cubicBezTo>
                    <a:pt x="666" y="1"/>
                    <a:pt x="504" y="182"/>
                    <a:pt x="424" y="424"/>
                  </a:cubicBezTo>
                  <a:lnTo>
                    <a:pt x="81" y="2944"/>
                  </a:lnTo>
                  <a:lnTo>
                    <a:pt x="0" y="3206"/>
                  </a:lnTo>
                  <a:lnTo>
                    <a:pt x="5283" y="3287"/>
                  </a:lnTo>
                  <a:lnTo>
                    <a:pt x="5283" y="2944"/>
                  </a:lnTo>
                  <a:lnTo>
                    <a:pt x="4859" y="424"/>
                  </a:lnTo>
                  <a:cubicBezTo>
                    <a:pt x="4859" y="182"/>
                    <a:pt x="4698" y="1"/>
                    <a:pt x="4456" y="1"/>
                  </a:cubicBezTo>
                  <a:close/>
                </a:path>
              </a:pathLst>
            </a:custGeom>
            <a:solidFill>
              <a:srgbClr val="E39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4181514" y="3359123"/>
              <a:ext cx="52590" cy="102076"/>
            </a:xfrm>
            <a:custGeom>
              <a:avLst/>
              <a:gdLst/>
              <a:ahLst/>
              <a:cxnLst/>
              <a:rect l="l" t="t" r="r" b="b"/>
              <a:pathLst>
                <a:path w="1694" h="3288" extrusionOk="0">
                  <a:moveTo>
                    <a:pt x="0" y="1"/>
                  </a:moveTo>
                  <a:cubicBezTo>
                    <a:pt x="262" y="1"/>
                    <a:pt x="424" y="182"/>
                    <a:pt x="504" y="424"/>
                  </a:cubicBezTo>
                  <a:lnTo>
                    <a:pt x="847" y="2944"/>
                  </a:lnTo>
                  <a:lnTo>
                    <a:pt x="928" y="3287"/>
                  </a:lnTo>
                  <a:lnTo>
                    <a:pt x="1694" y="3287"/>
                  </a:lnTo>
                  <a:lnTo>
                    <a:pt x="1613" y="2944"/>
                  </a:lnTo>
                  <a:lnTo>
                    <a:pt x="1271" y="424"/>
                  </a:lnTo>
                  <a:cubicBezTo>
                    <a:pt x="1190" y="182"/>
                    <a:pt x="1008" y="1"/>
                    <a:pt x="766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4071984" y="3382904"/>
              <a:ext cx="135853" cy="67647"/>
            </a:xfrm>
            <a:custGeom>
              <a:avLst/>
              <a:gdLst/>
              <a:ahLst/>
              <a:cxnLst/>
              <a:rect l="l" t="t" r="r" b="b"/>
              <a:pathLst>
                <a:path w="4376" h="2179" extrusionOk="0">
                  <a:moveTo>
                    <a:pt x="423" y="1"/>
                  </a:moveTo>
                  <a:cubicBezTo>
                    <a:pt x="343" y="1"/>
                    <a:pt x="262" y="1"/>
                    <a:pt x="262" y="82"/>
                  </a:cubicBezTo>
                  <a:lnTo>
                    <a:pt x="0" y="2178"/>
                  </a:lnTo>
                  <a:lnTo>
                    <a:pt x="4375" y="2178"/>
                  </a:lnTo>
                  <a:lnTo>
                    <a:pt x="4133" y="82"/>
                  </a:lnTo>
                  <a:cubicBezTo>
                    <a:pt x="4032" y="1"/>
                    <a:pt x="4032" y="1"/>
                    <a:pt x="3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6"/>
            <p:cNvSpPr/>
            <p:nvPr/>
          </p:nvSpPr>
          <p:spPr>
            <a:xfrm>
              <a:off x="4015015" y="3450522"/>
              <a:ext cx="229112" cy="93911"/>
            </a:xfrm>
            <a:custGeom>
              <a:avLst/>
              <a:gdLst/>
              <a:ahLst/>
              <a:cxnLst/>
              <a:rect l="l" t="t" r="r" b="b"/>
              <a:pathLst>
                <a:path w="7380" h="3025" extrusionOk="0">
                  <a:moveTo>
                    <a:pt x="1089" y="0"/>
                  </a:moveTo>
                  <a:cubicBezTo>
                    <a:pt x="1008" y="0"/>
                    <a:pt x="928" y="81"/>
                    <a:pt x="827" y="81"/>
                  </a:cubicBezTo>
                  <a:lnTo>
                    <a:pt x="504" y="424"/>
                  </a:lnTo>
                  <a:cubicBezTo>
                    <a:pt x="162" y="767"/>
                    <a:pt x="0" y="1170"/>
                    <a:pt x="0" y="1674"/>
                  </a:cubicBezTo>
                  <a:lnTo>
                    <a:pt x="0" y="2863"/>
                  </a:lnTo>
                  <a:lnTo>
                    <a:pt x="7379" y="3025"/>
                  </a:lnTo>
                  <a:lnTo>
                    <a:pt x="7379" y="1674"/>
                  </a:lnTo>
                  <a:cubicBezTo>
                    <a:pt x="7379" y="1170"/>
                    <a:pt x="7218" y="767"/>
                    <a:pt x="6875" y="424"/>
                  </a:cubicBezTo>
                  <a:lnTo>
                    <a:pt x="6553" y="81"/>
                  </a:lnTo>
                  <a:cubicBezTo>
                    <a:pt x="6472" y="81"/>
                    <a:pt x="6371" y="0"/>
                    <a:pt x="6291" y="0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6"/>
            <p:cNvSpPr/>
            <p:nvPr/>
          </p:nvSpPr>
          <p:spPr>
            <a:xfrm>
              <a:off x="4207809" y="3450522"/>
              <a:ext cx="57588" cy="93911"/>
            </a:xfrm>
            <a:custGeom>
              <a:avLst/>
              <a:gdLst/>
              <a:ahLst/>
              <a:cxnLst/>
              <a:rect l="l" t="t" r="r" b="b"/>
              <a:pathLst>
                <a:path w="1855" h="3025" extrusionOk="0">
                  <a:moveTo>
                    <a:pt x="0" y="0"/>
                  </a:moveTo>
                  <a:cubicBezTo>
                    <a:pt x="161" y="0"/>
                    <a:pt x="262" y="81"/>
                    <a:pt x="343" y="81"/>
                  </a:cubicBezTo>
                  <a:lnTo>
                    <a:pt x="665" y="424"/>
                  </a:lnTo>
                  <a:cubicBezTo>
                    <a:pt x="928" y="767"/>
                    <a:pt x="1169" y="1170"/>
                    <a:pt x="1169" y="1674"/>
                  </a:cubicBezTo>
                  <a:lnTo>
                    <a:pt x="1169" y="3025"/>
                  </a:lnTo>
                  <a:lnTo>
                    <a:pt x="1855" y="2863"/>
                  </a:lnTo>
                  <a:lnTo>
                    <a:pt x="1855" y="1674"/>
                  </a:lnTo>
                  <a:cubicBezTo>
                    <a:pt x="1855" y="1170"/>
                    <a:pt x="1674" y="767"/>
                    <a:pt x="1351" y="424"/>
                  </a:cubicBezTo>
                  <a:lnTo>
                    <a:pt x="1008" y="81"/>
                  </a:lnTo>
                  <a:cubicBezTo>
                    <a:pt x="1008" y="81"/>
                    <a:pt x="847" y="0"/>
                    <a:pt x="766" y="0"/>
                  </a:cubicBezTo>
                  <a:close/>
                </a:path>
              </a:pathLst>
            </a:custGeom>
            <a:solidFill>
              <a:srgbClr val="E39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6"/>
            <p:cNvSpPr/>
            <p:nvPr/>
          </p:nvSpPr>
          <p:spPr>
            <a:xfrm>
              <a:off x="4197161" y="3476818"/>
              <a:ext cx="34460" cy="33808"/>
            </a:xfrm>
            <a:custGeom>
              <a:avLst/>
              <a:gdLst/>
              <a:ahLst/>
              <a:cxnLst/>
              <a:rect l="l" t="t" r="r" b="b"/>
              <a:pathLst>
                <a:path w="1110" h="1089" extrusionOk="0">
                  <a:moveTo>
                    <a:pt x="504" y="0"/>
                  </a:moveTo>
                  <a:cubicBezTo>
                    <a:pt x="262" y="0"/>
                    <a:pt x="0" y="242"/>
                    <a:pt x="0" y="585"/>
                  </a:cubicBezTo>
                  <a:cubicBezTo>
                    <a:pt x="0" y="827"/>
                    <a:pt x="262" y="1089"/>
                    <a:pt x="504" y="1089"/>
                  </a:cubicBezTo>
                  <a:cubicBezTo>
                    <a:pt x="847" y="1089"/>
                    <a:pt x="1109" y="827"/>
                    <a:pt x="1109" y="585"/>
                  </a:cubicBezTo>
                  <a:cubicBezTo>
                    <a:pt x="1109" y="242"/>
                    <a:pt x="847" y="0"/>
                    <a:pt x="5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6"/>
            <p:cNvSpPr/>
            <p:nvPr/>
          </p:nvSpPr>
          <p:spPr>
            <a:xfrm>
              <a:off x="4048824" y="3476818"/>
              <a:ext cx="33808" cy="33808"/>
            </a:xfrm>
            <a:custGeom>
              <a:avLst/>
              <a:gdLst/>
              <a:ahLst/>
              <a:cxnLst/>
              <a:rect l="l" t="t" r="r" b="b"/>
              <a:pathLst>
                <a:path w="1089" h="1089" extrusionOk="0">
                  <a:moveTo>
                    <a:pt x="504" y="0"/>
                  </a:moveTo>
                  <a:cubicBezTo>
                    <a:pt x="242" y="0"/>
                    <a:pt x="0" y="242"/>
                    <a:pt x="0" y="585"/>
                  </a:cubicBezTo>
                  <a:cubicBezTo>
                    <a:pt x="0" y="827"/>
                    <a:pt x="242" y="1089"/>
                    <a:pt x="504" y="1089"/>
                  </a:cubicBezTo>
                  <a:cubicBezTo>
                    <a:pt x="847" y="1089"/>
                    <a:pt x="1089" y="827"/>
                    <a:pt x="1089" y="585"/>
                  </a:cubicBezTo>
                  <a:cubicBezTo>
                    <a:pt x="1089" y="242"/>
                    <a:pt x="847" y="0"/>
                    <a:pt x="5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4106383" y="3476818"/>
              <a:ext cx="67647" cy="33808"/>
            </a:xfrm>
            <a:custGeom>
              <a:avLst/>
              <a:gdLst/>
              <a:ahLst/>
              <a:cxnLst/>
              <a:rect l="l" t="t" r="r" b="b"/>
              <a:pathLst>
                <a:path w="2179" h="1089" extrusionOk="0">
                  <a:moveTo>
                    <a:pt x="243" y="0"/>
                  </a:moveTo>
                  <a:cubicBezTo>
                    <a:pt x="82" y="0"/>
                    <a:pt x="1" y="81"/>
                    <a:pt x="1" y="242"/>
                  </a:cubicBezTo>
                  <a:lnTo>
                    <a:pt x="1" y="827"/>
                  </a:lnTo>
                  <a:cubicBezTo>
                    <a:pt x="1" y="1008"/>
                    <a:pt x="82" y="1089"/>
                    <a:pt x="243" y="1089"/>
                  </a:cubicBezTo>
                  <a:lnTo>
                    <a:pt x="505" y="1089"/>
                  </a:lnTo>
                  <a:lnTo>
                    <a:pt x="666" y="928"/>
                  </a:lnTo>
                  <a:lnTo>
                    <a:pt x="908" y="1089"/>
                  </a:lnTo>
                  <a:lnTo>
                    <a:pt x="1251" y="1089"/>
                  </a:lnTo>
                  <a:lnTo>
                    <a:pt x="1412" y="928"/>
                  </a:lnTo>
                  <a:lnTo>
                    <a:pt x="1674" y="1089"/>
                  </a:lnTo>
                  <a:lnTo>
                    <a:pt x="1916" y="1089"/>
                  </a:lnTo>
                  <a:cubicBezTo>
                    <a:pt x="2098" y="1089"/>
                    <a:pt x="2178" y="1008"/>
                    <a:pt x="2178" y="827"/>
                  </a:cubicBezTo>
                  <a:lnTo>
                    <a:pt x="2178" y="242"/>
                  </a:lnTo>
                  <a:cubicBezTo>
                    <a:pt x="2178" y="81"/>
                    <a:pt x="2098" y="0"/>
                    <a:pt x="1916" y="0"/>
                  </a:cubicBezTo>
                  <a:lnTo>
                    <a:pt x="1674" y="0"/>
                  </a:lnTo>
                  <a:lnTo>
                    <a:pt x="1412" y="161"/>
                  </a:lnTo>
                  <a:lnTo>
                    <a:pt x="1251" y="0"/>
                  </a:lnTo>
                  <a:lnTo>
                    <a:pt x="828" y="0"/>
                  </a:lnTo>
                  <a:lnTo>
                    <a:pt x="747" y="161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4231591" y="3424226"/>
              <a:ext cx="36323" cy="26326"/>
            </a:xfrm>
            <a:custGeom>
              <a:avLst/>
              <a:gdLst/>
              <a:ahLst/>
              <a:cxnLst/>
              <a:rect l="l" t="t" r="r" b="b"/>
              <a:pathLst>
                <a:path w="1170" h="848" extrusionOk="0">
                  <a:moveTo>
                    <a:pt x="504" y="1"/>
                  </a:moveTo>
                  <a:cubicBezTo>
                    <a:pt x="162" y="1"/>
                    <a:pt x="0" y="263"/>
                    <a:pt x="0" y="505"/>
                  </a:cubicBezTo>
                  <a:lnTo>
                    <a:pt x="0" y="847"/>
                  </a:lnTo>
                  <a:lnTo>
                    <a:pt x="666" y="847"/>
                  </a:lnTo>
                  <a:cubicBezTo>
                    <a:pt x="908" y="847"/>
                    <a:pt x="1170" y="605"/>
                    <a:pt x="1170" y="343"/>
                  </a:cubicBezTo>
                  <a:lnTo>
                    <a:pt x="1170" y="263"/>
                  </a:lnTo>
                  <a:cubicBezTo>
                    <a:pt x="1170" y="101"/>
                    <a:pt x="1008" y="1"/>
                    <a:pt x="908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4210293" y="3557568"/>
              <a:ext cx="36975" cy="44456"/>
            </a:xfrm>
            <a:custGeom>
              <a:avLst/>
              <a:gdLst/>
              <a:ahLst/>
              <a:cxnLst/>
              <a:rect l="l" t="t" r="r" b="b"/>
              <a:pathLst>
                <a:path w="1191" h="1432" extrusionOk="0">
                  <a:moveTo>
                    <a:pt x="1190" y="0"/>
                  </a:moveTo>
                  <a:lnTo>
                    <a:pt x="1" y="242"/>
                  </a:lnTo>
                  <a:lnTo>
                    <a:pt x="1" y="1089"/>
                  </a:lnTo>
                  <a:cubicBezTo>
                    <a:pt x="1" y="1250"/>
                    <a:pt x="81" y="1351"/>
                    <a:pt x="263" y="1431"/>
                  </a:cubicBezTo>
                  <a:cubicBezTo>
                    <a:pt x="505" y="1431"/>
                    <a:pt x="1190" y="0"/>
                    <a:pt x="1190" y="0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4218427" y="3557568"/>
              <a:ext cx="28841" cy="44456"/>
            </a:xfrm>
            <a:custGeom>
              <a:avLst/>
              <a:gdLst/>
              <a:ahLst/>
              <a:cxnLst/>
              <a:rect l="l" t="t" r="r" b="b"/>
              <a:pathLst>
                <a:path w="929" h="1432" extrusionOk="0">
                  <a:moveTo>
                    <a:pt x="162" y="0"/>
                  </a:moveTo>
                  <a:lnTo>
                    <a:pt x="162" y="1089"/>
                  </a:lnTo>
                  <a:cubicBezTo>
                    <a:pt x="162" y="1250"/>
                    <a:pt x="82" y="1351"/>
                    <a:pt x="1" y="1431"/>
                  </a:cubicBezTo>
                  <a:lnTo>
                    <a:pt x="586" y="1431"/>
                  </a:lnTo>
                  <a:cubicBezTo>
                    <a:pt x="747" y="1431"/>
                    <a:pt x="928" y="1250"/>
                    <a:pt x="928" y="1089"/>
                  </a:cubicBezTo>
                  <a:lnTo>
                    <a:pt x="928" y="242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4033177" y="3557568"/>
              <a:ext cx="33808" cy="44456"/>
            </a:xfrm>
            <a:custGeom>
              <a:avLst/>
              <a:gdLst/>
              <a:ahLst/>
              <a:cxnLst/>
              <a:rect l="l" t="t" r="r" b="b"/>
              <a:pathLst>
                <a:path w="1089" h="1432" extrusionOk="0">
                  <a:moveTo>
                    <a:pt x="0" y="0"/>
                  </a:moveTo>
                  <a:lnTo>
                    <a:pt x="0" y="1089"/>
                  </a:lnTo>
                  <a:cubicBezTo>
                    <a:pt x="0" y="1250"/>
                    <a:pt x="81" y="1351"/>
                    <a:pt x="161" y="1431"/>
                  </a:cubicBezTo>
                  <a:cubicBezTo>
                    <a:pt x="746" y="1431"/>
                    <a:pt x="1089" y="242"/>
                    <a:pt x="1089" y="2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4038175" y="3557568"/>
              <a:ext cx="28810" cy="44456"/>
            </a:xfrm>
            <a:custGeom>
              <a:avLst/>
              <a:gdLst/>
              <a:ahLst/>
              <a:cxnLst/>
              <a:rect l="l" t="t" r="r" b="b"/>
              <a:pathLst>
                <a:path w="928" h="1432" extrusionOk="0">
                  <a:moveTo>
                    <a:pt x="262" y="0"/>
                  </a:moveTo>
                  <a:lnTo>
                    <a:pt x="262" y="1089"/>
                  </a:lnTo>
                  <a:cubicBezTo>
                    <a:pt x="262" y="1250"/>
                    <a:pt x="182" y="1351"/>
                    <a:pt x="0" y="1431"/>
                  </a:cubicBezTo>
                  <a:lnTo>
                    <a:pt x="585" y="1431"/>
                  </a:lnTo>
                  <a:cubicBezTo>
                    <a:pt x="766" y="1431"/>
                    <a:pt x="928" y="1250"/>
                    <a:pt x="928" y="1089"/>
                  </a:cubicBezTo>
                  <a:lnTo>
                    <a:pt x="928" y="242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4145190" y="3476818"/>
              <a:ext cx="10679" cy="33808"/>
            </a:xfrm>
            <a:custGeom>
              <a:avLst/>
              <a:gdLst/>
              <a:ahLst/>
              <a:cxnLst/>
              <a:rect l="l" t="t" r="r" b="b"/>
              <a:pathLst>
                <a:path w="344" h="1089" extrusionOk="0">
                  <a:moveTo>
                    <a:pt x="1" y="0"/>
                  </a:moveTo>
                  <a:lnTo>
                    <a:pt x="1" y="1089"/>
                  </a:lnTo>
                  <a:lnTo>
                    <a:pt x="344" y="1089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4124544" y="3476818"/>
              <a:ext cx="10059" cy="33808"/>
            </a:xfrm>
            <a:custGeom>
              <a:avLst/>
              <a:gdLst/>
              <a:ahLst/>
              <a:cxnLst/>
              <a:rect l="l" t="t" r="r" b="b"/>
              <a:pathLst>
                <a:path w="324" h="1089" extrusionOk="0">
                  <a:moveTo>
                    <a:pt x="1" y="0"/>
                  </a:moveTo>
                  <a:lnTo>
                    <a:pt x="1" y="1089"/>
                  </a:lnTo>
                  <a:lnTo>
                    <a:pt x="323" y="1089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4066954" y="3226433"/>
              <a:ext cx="122721" cy="169661"/>
            </a:xfrm>
            <a:custGeom>
              <a:avLst/>
              <a:gdLst/>
              <a:ahLst/>
              <a:cxnLst/>
              <a:rect l="l" t="t" r="r" b="b"/>
              <a:pathLst>
                <a:path w="3953" h="5465" extrusionOk="0">
                  <a:moveTo>
                    <a:pt x="666" y="1"/>
                  </a:moveTo>
                  <a:cubicBezTo>
                    <a:pt x="344" y="1"/>
                    <a:pt x="1" y="242"/>
                    <a:pt x="1" y="585"/>
                  </a:cubicBezTo>
                  <a:lnTo>
                    <a:pt x="1" y="3529"/>
                  </a:lnTo>
                  <a:cubicBezTo>
                    <a:pt x="1" y="3690"/>
                    <a:pt x="81" y="3851"/>
                    <a:pt x="263" y="3952"/>
                  </a:cubicBezTo>
                  <a:lnTo>
                    <a:pt x="2017" y="5464"/>
                  </a:lnTo>
                  <a:lnTo>
                    <a:pt x="3791" y="3952"/>
                  </a:lnTo>
                  <a:lnTo>
                    <a:pt x="3872" y="3952"/>
                  </a:lnTo>
                  <a:cubicBezTo>
                    <a:pt x="3952" y="3952"/>
                    <a:pt x="3952" y="3771"/>
                    <a:pt x="3952" y="3690"/>
                  </a:cubicBezTo>
                  <a:lnTo>
                    <a:pt x="3952" y="323"/>
                  </a:lnTo>
                  <a:cubicBezTo>
                    <a:pt x="3952" y="162"/>
                    <a:pt x="3791" y="1"/>
                    <a:pt x="3610" y="1"/>
                  </a:cubicBez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4127059" y="3226433"/>
              <a:ext cx="83263" cy="173417"/>
            </a:xfrm>
            <a:custGeom>
              <a:avLst/>
              <a:gdLst/>
              <a:ahLst/>
              <a:cxnLst/>
              <a:rect l="l" t="t" r="r" b="b"/>
              <a:pathLst>
                <a:path w="2682" h="5586" extrusionOk="0">
                  <a:moveTo>
                    <a:pt x="1351" y="1"/>
                  </a:moveTo>
                  <a:cubicBezTo>
                    <a:pt x="1674" y="1"/>
                    <a:pt x="2016" y="242"/>
                    <a:pt x="2016" y="585"/>
                  </a:cubicBezTo>
                  <a:lnTo>
                    <a:pt x="2016" y="3529"/>
                  </a:lnTo>
                  <a:cubicBezTo>
                    <a:pt x="2016" y="3690"/>
                    <a:pt x="1936" y="3851"/>
                    <a:pt x="1754" y="3952"/>
                  </a:cubicBezTo>
                  <a:lnTo>
                    <a:pt x="0" y="5464"/>
                  </a:lnTo>
                  <a:lnTo>
                    <a:pt x="81" y="5464"/>
                  </a:lnTo>
                  <a:cubicBezTo>
                    <a:pt x="162" y="5545"/>
                    <a:pt x="267" y="5585"/>
                    <a:pt x="383" y="5585"/>
                  </a:cubicBezTo>
                  <a:cubicBezTo>
                    <a:pt x="499" y="5585"/>
                    <a:pt x="625" y="5545"/>
                    <a:pt x="746" y="5464"/>
                  </a:cubicBezTo>
                  <a:lnTo>
                    <a:pt x="2520" y="3952"/>
                  </a:lnTo>
                  <a:cubicBezTo>
                    <a:pt x="2682" y="3851"/>
                    <a:pt x="2682" y="3690"/>
                    <a:pt x="2682" y="3529"/>
                  </a:cubicBezTo>
                  <a:lnTo>
                    <a:pt x="2682" y="585"/>
                  </a:lnTo>
                  <a:cubicBezTo>
                    <a:pt x="2682" y="242"/>
                    <a:pt x="2440" y="1"/>
                    <a:pt x="2097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4111412" y="3242080"/>
              <a:ext cx="57620" cy="114587"/>
            </a:xfrm>
            <a:custGeom>
              <a:avLst/>
              <a:gdLst/>
              <a:ahLst/>
              <a:cxnLst/>
              <a:rect l="l" t="t" r="r" b="b"/>
              <a:pathLst>
                <a:path w="1856" h="3691" extrusionOk="0">
                  <a:moveTo>
                    <a:pt x="746" y="747"/>
                  </a:moveTo>
                  <a:lnTo>
                    <a:pt x="746" y="1432"/>
                  </a:lnTo>
                  <a:cubicBezTo>
                    <a:pt x="666" y="1432"/>
                    <a:pt x="585" y="1331"/>
                    <a:pt x="585" y="1331"/>
                  </a:cubicBezTo>
                  <a:cubicBezTo>
                    <a:pt x="504" y="1251"/>
                    <a:pt x="424" y="1170"/>
                    <a:pt x="504" y="1089"/>
                  </a:cubicBezTo>
                  <a:cubicBezTo>
                    <a:pt x="504" y="928"/>
                    <a:pt x="585" y="827"/>
                    <a:pt x="746" y="747"/>
                  </a:cubicBezTo>
                  <a:close/>
                  <a:moveTo>
                    <a:pt x="1089" y="2017"/>
                  </a:moveTo>
                  <a:cubicBezTo>
                    <a:pt x="1432" y="2097"/>
                    <a:pt x="1432" y="2440"/>
                    <a:pt x="1432" y="2521"/>
                  </a:cubicBezTo>
                  <a:cubicBezTo>
                    <a:pt x="1432" y="2682"/>
                    <a:pt x="1250" y="2843"/>
                    <a:pt x="1089" y="2944"/>
                  </a:cubicBezTo>
                  <a:lnTo>
                    <a:pt x="1089" y="2017"/>
                  </a:lnTo>
                  <a:close/>
                  <a:moveTo>
                    <a:pt x="928" y="1"/>
                  </a:moveTo>
                  <a:cubicBezTo>
                    <a:pt x="847" y="1"/>
                    <a:pt x="746" y="81"/>
                    <a:pt x="746" y="162"/>
                  </a:cubicBezTo>
                  <a:lnTo>
                    <a:pt x="746" y="323"/>
                  </a:lnTo>
                  <a:lnTo>
                    <a:pt x="666" y="424"/>
                  </a:lnTo>
                  <a:cubicBezTo>
                    <a:pt x="343" y="505"/>
                    <a:pt x="162" y="666"/>
                    <a:pt x="81" y="1009"/>
                  </a:cubicBezTo>
                  <a:cubicBezTo>
                    <a:pt x="81" y="1251"/>
                    <a:pt x="162" y="1513"/>
                    <a:pt x="343" y="1593"/>
                  </a:cubicBezTo>
                  <a:cubicBezTo>
                    <a:pt x="424" y="1674"/>
                    <a:pt x="746" y="1835"/>
                    <a:pt x="746" y="1835"/>
                  </a:cubicBezTo>
                  <a:lnTo>
                    <a:pt x="746" y="2944"/>
                  </a:lnTo>
                  <a:cubicBezTo>
                    <a:pt x="746" y="2944"/>
                    <a:pt x="504" y="2944"/>
                    <a:pt x="343" y="2763"/>
                  </a:cubicBezTo>
                  <a:cubicBezTo>
                    <a:pt x="242" y="2763"/>
                    <a:pt x="81" y="2763"/>
                    <a:pt x="81" y="2843"/>
                  </a:cubicBezTo>
                  <a:cubicBezTo>
                    <a:pt x="0" y="2944"/>
                    <a:pt x="0" y="3025"/>
                    <a:pt x="81" y="3105"/>
                  </a:cubicBezTo>
                  <a:cubicBezTo>
                    <a:pt x="343" y="3267"/>
                    <a:pt x="504" y="3267"/>
                    <a:pt x="746" y="3267"/>
                  </a:cubicBezTo>
                  <a:lnTo>
                    <a:pt x="746" y="3529"/>
                  </a:lnTo>
                  <a:cubicBezTo>
                    <a:pt x="746" y="3610"/>
                    <a:pt x="847" y="3690"/>
                    <a:pt x="928" y="3690"/>
                  </a:cubicBezTo>
                  <a:cubicBezTo>
                    <a:pt x="1008" y="3690"/>
                    <a:pt x="1089" y="3529"/>
                    <a:pt x="1089" y="3529"/>
                  </a:cubicBezTo>
                  <a:lnTo>
                    <a:pt x="1089" y="3267"/>
                  </a:lnTo>
                  <a:cubicBezTo>
                    <a:pt x="1089" y="3267"/>
                    <a:pt x="1754" y="2843"/>
                    <a:pt x="1754" y="2601"/>
                  </a:cubicBezTo>
                  <a:cubicBezTo>
                    <a:pt x="1855" y="2178"/>
                    <a:pt x="1674" y="1755"/>
                    <a:pt x="1250" y="1674"/>
                  </a:cubicBezTo>
                  <a:cubicBezTo>
                    <a:pt x="1170" y="1674"/>
                    <a:pt x="1089" y="1593"/>
                    <a:pt x="1089" y="1593"/>
                  </a:cubicBezTo>
                  <a:lnTo>
                    <a:pt x="1089" y="747"/>
                  </a:lnTo>
                  <a:cubicBezTo>
                    <a:pt x="1170" y="747"/>
                    <a:pt x="1250" y="827"/>
                    <a:pt x="1250" y="827"/>
                  </a:cubicBezTo>
                  <a:cubicBezTo>
                    <a:pt x="1301" y="878"/>
                    <a:pt x="1366" y="903"/>
                    <a:pt x="1419" y="903"/>
                  </a:cubicBezTo>
                  <a:cubicBezTo>
                    <a:pt x="1472" y="903"/>
                    <a:pt x="1512" y="878"/>
                    <a:pt x="1512" y="827"/>
                  </a:cubicBezTo>
                  <a:cubicBezTo>
                    <a:pt x="1593" y="747"/>
                    <a:pt x="1593" y="666"/>
                    <a:pt x="1512" y="585"/>
                  </a:cubicBezTo>
                  <a:cubicBezTo>
                    <a:pt x="1512" y="585"/>
                    <a:pt x="1351" y="424"/>
                    <a:pt x="1089" y="323"/>
                  </a:cubicBezTo>
                  <a:lnTo>
                    <a:pt x="1089" y="162"/>
                  </a:lnTo>
                  <a:cubicBezTo>
                    <a:pt x="1089" y="81"/>
                    <a:pt x="1008" y="1"/>
                    <a:pt x="928" y="1"/>
                  </a:cubicBezTo>
                  <a:close/>
                </a:path>
              </a:pathLst>
            </a:custGeom>
            <a:solidFill>
              <a:srgbClr val="C33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4001851" y="3536892"/>
              <a:ext cx="252924" cy="28189"/>
            </a:xfrm>
            <a:custGeom>
              <a:avLst/>
              <a:gdLst/>
              <a:ahLst/>
              <a:cxnLst/>
              <a:rect l="l" t="t" r="r" b="b"/>
              <a:pathLst>
                <a:path w="8147" h="908" extrusionOk="0">
                  <a:moveTo>
                    <a:pt x="243" y="1"/>
                  </a:moveTo>
                  <a:cubicBezTo>
                    <a:pt x="162" y="1"/>
                    <a:pt x="1" y="162"/>
                    <a:pt x="1" y="243"/>
                  </a:cubicBezTo>
                  <a:lnTo>
                    <a:pt x="1" y="666"/>
                  </a:lnTo>
                  <a:cubicBezTo>
                    <a:pt x="1" y="747"/>
                    <a:pt x="162" y="908"/>
                    <a:pt x="243" y="908"/>
                  </a:cubicBezTo>
                  <a:lnTo>
                    <a:pt x="7985" y="908"/>
                  </a:lnTo>
                  <a:cubicBezTo>
                    <a:pt x="8066" y="908"/>
                    <a:pt x="8146" y="747"/>
                    <a:pt x="8146" y="666"/>
                  </a:cubicBezTo>
                  <a:lnTo>
                    <a:pt x="8146" y="243"/>
                  </a:lnTo>
                  <a:cubicBezTo>
                    <a:pt x="8146" y="162"/>
                    <a:pt x="8066" y="1"/>
                    <a:pt x="7985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4247238" y="3536892"/>
              <a:ext cx="31324" cy="28189"/>
            </a:xfrm>
            <a:custGeom>
              <a:avLst/>
              <a:gdLst/>
              <a:ahLst/>
              <a:cxnLst/>
              <a:rect l="l" t="t" r="r" b="b"/>
              <a:pathLst>
                <a:path w="1009" h="908" extrusionOk="0">
                  <a:moveTo>
                    <a:pt x="0" y="1"/>
                  </a:moveTo>
                  <a:cubicBezTo>
                    <a:pt x="162" y="1"/>
                    <a:pt x="242" y="162"/>
                    <a:pt x="242" y="243"/>
                  </a:cubicBezTo>
                  <a:lnTo>
                    <a:pt x="242" y="666"/>
                  </a:lnTo>
                  <a:cubicBezTo>
                    <a:pt x="242" y="747"/>
                    <a:pt x="162" y="908"/>
                    <a:pt x="0" y="908"/>
                  </a:cubicBezTo>
                  <a:lnTo>
                    <a:pt x="746" y="908"/>
                  </a:lnTo>
                  <a:cubicBezTo>
                    <a:pt x="827" y="908"/>
                    <a:pt x="1008" y="747"/>
                    <a:pt x="1008" y="666"/>
                  </a:cubicBezTo>
                  <a:lnTo>
                    <a:pt x="1008" y="243"/>
                  </a:lnTo>
                  <a:cubicBezTo>
                    <a:pt x="1008" y="162"/>
                    <a:pt x="827" y="1"/>
                    <a:pt x="746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2" name="Google Shape;1022;p36"/>
          <p:cNvGrpSpPr/>
          <p:nvPr/>
        </p:nvGrpSpPr>
        <p:grpSpPr>
          <a:xfrm>
            <a:off x="850407" y="3110647"/>
            <a:ext cx="380589" cy="297355"/>
            <a:chOff x="2353782" y="3226433"/>
            <a:chExt cx="380589" cy="297355"/>
          </a:xfrm>
        </p:grpSpPr>
        <p:sp>
          <p:nvSpPr>
            <p:cNvPr id="1023" name="Google Shape;1023;p36"/>
            <p:cNvSpPr/>
            <p:nvPr/>
          </p:nvSpPr>
          <p:spPr>
            <a:xfrm>
              <a:off x="2353782" y="3294051"/>
              <a:ext cx="328642" cy="195925"/>
            </a:xfrm>
            <a:custGeom>
              <a:avLst/>
              <a:gdLst/>
              <a:ahLst/>
              <a:cxnLst/>
              <a:rect l="l" t="t" r="r" b="b"/>
              <a:pathLst>
                <a:path w="10586" h="6311" extrusionOk="0">
                  <a:moveTo>
                    <a:pt x="3347" y="0"/>
                  </a:moveTo>
                  <a:cubicBezTo>
                    <a:pt x="3105" y="0"/>
                    <a:pt x="2763" y="161"/>
                    <a:pt x="2682" y="504"/>
                  </a:cubicBezTo>
                  <a:lnTo>
                    <a:pt x="2017" y="2681"/>
                  </a:lnTo>
                  <a:cubicBezTo>
                    <a:pt x="1916" y="2944"/>
                    <a:pt x="1755" y="3105"/>
                    <a:pt x="1593" y="3186"/>
                  </a:cubicBezTo>
                  <a:lnTo>
                    <a:pt x="323" y="3609"/>
                  </a:lnTo>
                  <a:cubicBezTo>
                    <a:pt x="162" y="3690"/>
                    <a:pt x="1" y="3871"/>
                    <a:pt x="1" y="4113"/>
                  </a:cubicBezTo>
                  <a:lnTo>
                    <a:pt x="1" y="4798"/>
                  </a:lnTo>
                  <a:lnTo>
                    <a:pt x="747" y="6311"/>
                  </a:lnTo>
                  <a:lnTo>
                    <a:pt x="1412" y="6311"/>
                  </a:lnTo>
                  <a:lnTo>
                    <a:pt x="6130" y="5887"/>
                  </a:lnTo>
                  <a:lnTo>
                    <a:pt x="9739" y="6311"/>
                  </a:lnTo>
                  <a:lnTo>
                    <a:pt x="10323" y="6311"/>
                  </a:lnTo>
                  <a:lnTo>
                    <a:pt x="10585" y="4798"/>
                  </a:lnTo>
                  <a:lnTo>
                    <a:pt x="10585" y="766"/>
                  </a:lnTo>
                  <a:cubicBezTo>
                    <a:pt x="10585" y="343"/>
                    <a:pt x="10243" y="0"/>
                    <a:pt x="9819" y="0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2651108" y="3294051"/>
              <a:ext cx="46971" cy="182793"/>
            </a:xfrm>
            <a:custGeom>
              <a:avLst/>
              <a:gdLst/>
              <a:ahLst/>
              <a:cxnLst/>
              <a:rect l="l" t="t" r="r" b="b"/>
              <a:pathLst>
                <a:path w="1513" h="5888" extrusionOk="0">
                  <a:moveTo>
                    <a:pt x="0" y="0"/>
                  </a:moveTo>
                  <a:cubicBezTo>
                    <a:pt x="404" y="0"/>
                    <a:pt x="746" y="343"/>
                    <a:pt x="746" y="766"/>
                  </a:cubicBezTo>
                  <a:lnTo>
                    <a:pt x="746" y="847"/>
                  </a:lnTo>
                  <a:lnTo>
                    <a:pt x="323" y="1593"/>
                  </a:lnTo>
                  <a:lnTo>
                    <a:pt x="746" y="2782"/>
                  </a:lnTo>
                  <a:lnTo>
                    <a:pt x="746" y="5040"/>
                  </a:lnTo>
                  <a:lnTo>
                    <a:pt x="1008" y="5887"/>
                  </a:lnTo>
                  <a:lnTo>
                    <a:pt x="1512" y="4798"/>
                  </a:lnTo>
                  <a:lnTo>
                    <a:pt x="1512" y="766"/>
                  </a:lnTo>
                  <a:cubicBezTo>
                    <a:pt x="1512" y="343"/>
                    <a:pt x="1170" y="0"/>
                    <a:pt x="746" y="0"/>
                  </a:cubicBez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2582869" y="3314696"/>
              <a:ext cx="91428" cy="68237"/>
            </a:xfrm>
            <a:custGeom>
              <a:avLst/>
              <a:gdLst/>
              <a:ahLst/>
              <a:cxnLst/>
              <a:rect l="l" t="t" r="r" b="b"/>
              <a:pathLst>
                <a:path w="2945" h="2198" extrusionOk="0">
                  <a:moveTo>
                    <a:pt x="81" y="0"/>
                  </a:moveTo>
                  <a:cubicBezTo>
                    <a:pt x="1" y="0"/>
                    <a:pt x="1" y="101"/>
                    <a:pt x="1" y="182"/>
                  </a:cubicBezTo>
                  <a:lnTo>
                    <a:pt x="1" y="2117"/>
                  </a:lnTo>
                  <a:cubicBezTo>
                    <a:pt x="1" y="2117"/>
                    <a:pt x="1" y="2198"/>
                    <a:pt x="81" y="2198"/>
                  </a:cubicBezTo>
                  <a:lnTo>
                    <a:pt x="2783" y="2198"/>
                  </a:lnTo>
                  <a:cubicBezTo>
                    <a:pt x="2864" y="2198"/>
                    <a:pt x="2944" y="2117"/>
                    <a:pt x="2944" y="2117"/>
                  </a:cubicBezTo>
                  <a:lnTo>
                    <a:pt x="2944" y="182"/>
                  </a:lnTo>
                  <a:cubicBezTo>
                    <a:pt x="2944" y="101"/>
                    <a:pt x="2864" y="0"/>
                    <a:pt x="2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2447664" y="3466169"/>
              <a:ext cx="187822" cy="23812"/>
            </a:xfrm>
            <a:custGeom>
              <a:avLst/>
              <a:gdLst/>
              <a:ahLst/>
              <a:cxnLst/>
              <a:rect l="l" t="t" r="r" b="b"/>
              <a:pathLst>
                <a:path w="6050" h="767" extrusionOk="0">
                  <a:moveTo>
                    <a:pt x="162" y="0"/>
                  </a:moveTo>
                  <a:lnTo>
                    <a:pt x="1" y="767"/>
                  </a:lnTo>
                  <a:lnTo>
                    <a:pt x="6049" y="767"/>
                  </a:lnTo>
                  <a:lnTo>
                    <a:pt x="5202" y="0"/>
                  </a:ln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2397587" y="3455520"/>
              <a:ext cx="55136" cy="65753"/>
            </a:xfrm>
            <a:custGeom>
              <a:avLst/>
              <a:gdLst/>
              <a:ahLst/>
              <a:cxnLst/>
              <a:rect l="l" t="t" r="r" b="b"/>
              <a:pathLst>
                <a:path w="1776" h="2118" extrusionOk="0">
                  <a:moveTo>
                    <a:pt x="767" y="1"/>
                  </a:moveTo>
                  <a:cubicBezTo>
                    <a:pt x="344" y="182"/>
                    <a:pt x="1" y="606"/>
                    <a:pt x="1" y="1110"/>
                  </a:cubicBezTo>
                  <a:cubicBezTo>
                    <a:pt x="1" y="1513"/>
                    <a:pt x="344" y="1936"/>
                    <a:pt x="767" y="2118"/>
                  </a:cubicBezTo>
                  <a:cubicBezTo>
                    <a:pt x="848" y="2118"/>
                    <a:pt x="1271" y="1936"/>
                    <a:pt x="1352" y="1936"/>
                  </a:cubicBezTo>
                  <a:cubicBezTo>
                    <a:pt x="1352" y="1936"/>
                    <a:pt x="1775" y="1694"/>
                    <a:pt x="1775" y="1110"/>
                  </a:cubicBezTo>
                  <a:cubicBezTo>
                    <a:pt x="1775" y="424"/>
                    <a:pt x="848" y="1"/>
                    <a:pt x="767" y="1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2421368" y="3455520"/>
              <a:ext cx="44487" cy="68268"/>
            </a:xfrm>
            <a:custGeom>
              <a:avLst/>
              <a:gdLst/>
              <a:ahLst/>
              <a:cxnLst/>
              <a:rect l="l" t="t" r="r" b="b"/>
              <a:pathLst>
                <a:path w="1433" h="2199" extrusionOk="0">
                  <a:moveTo>
                    <a:pt x="1" y="1"/>
                  </a:moveTo>
                  <a:cubicBezTo>
                    <a:pt x="162" y="101"/>
                    <a:pt x="344" y="182"/>
                    <a:pt x="424" y="263"/>
                  </a:cubicBezTo>
                  <a:cubicBezTo>
                    <a:pt x="586" y="505"/>
                    <a:pt x="747" y="767"/>
                    <a:pt x="747" y="1110"/>
                  </a:cubicBezTo>
                  <a:cubicBezTo>
                    <a:pt x="747" y="1513"/>
                    <a:pt x="424" y="1936"/>
                    <a:pt x="1" y="2118"/>
                  </a:cubicBezTo>
                  <a:cubicBezTo>
                    <a:pt x="82" y="2118"/>
                    <a:pt x="243" y="2198"/>
                    <a:pt x="344" y="2198"/>
                  </a:cubicBezTo>
                  <a:cubicBezTo>
                    <a:pt x="1009" y="2198"/>
                    <a:pt x="1432" y="1694"/>
                    <a:pt x="1432" y="1110"/>
                  </a:cubicBezTo>
                  <a:cubicBezTo>
                    <a:pt x="1432" y="767"/>
                    <a:pt x="1352" y="505"/>
                    <a:pt x="1170" y="263"/>
                  </a:cubicBezTo>
                  <a:cubicBezTo>
                    <a:pt x="928" y="101"/>
                    <a:pt x="666" y="1"/>
                    <a:pt x="344" y="1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2421368" y="3476818"/>
              <a:ext cx="23191" cy="23191"/>
            </a:xfrm>
            <a:custGeom>
              <a:avLst/>
              <a:gdLst/>
              <a:ahLst/>
              <a:cxnLst/>
              <a:rect l="l" t="t" r="r" b="b"/>
              <a:pathLst>
                <a:path w="747" h="747" extrusionOk="0">
                  <a:moveTo>
                    <a:pt x="344" y="0"/>
                  </a:moveTo>
                  <a:cubicBezTo>
                    <a:pt x="162" y="0"/>
                    <a:pt x="1" y="161"/>
                    <a:pt x="1" y="424"/>
                  </a:cubicBezTo>
                  <a:cubicBezTo>
                    <a:pt x="1" y="585"/>
                    <a:pt x="162" y="746"/>
                    <a:pt x="344" y="746"/>
                  </a:cubicBezTo>
                  <a:cubicBezTo>
                    <a:pt x="586" y="746"/>
                    <a:pt x="747" y="585"/>
                    <a:pt x="747" y="424"/>
                  </a:cubicBezTo>
                  <a:cubicBezTo>
                    <a:pt x="747" y="161"/>
                    <a:pt x="586" y="0"/>
                    <a:pt x="344" y="0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2588519" y="3455520"/>
              <a:ext cx="59482" cy="65753"/>
            </a:xfrm>
            <a:custGeom>
              <a:avLst/>
              <a:gdLst/>
              <a:ahLst/>
              <a:cxnLst/>
              <a:rect l="l" t="t" r="r" b="b"/>
              <a:pathLst>
                <a:path w="1916" h="2118" extrusionOk="0">
                  <a:moveTo>
                    <a:pt x="665" y="1"/>
                  </a:moveTo>
                  <a:cubicBezTo>
                    <a:pt x="242" y="182"/>
                    <a:pt x="0" y="606"/>
                    <a:pt x="0" y="1110"/>
                  </a:cubicBezTo>
                  <a:cubicBezTo>
                    <a:pt x="0" y="1513"/>
                    <a:pt x="242" y="1936"/>
                    <a:pt x="665" y="2118"/>
                  </a:cubicBezTo>
                  <a:cubicBezTo>
                    <a:pt x="827" y="2118"/>
                    <a:pt x="1915" y="1694"/>
                    <a:pt x="1915" y="1110"/>
                  </a:cubicBezTo>
                  <a:cubicBezTo>
                    <a:pt x="1915" y="424"/>
                    <a:pt x="827" y="1"/>
                    <a:pt x="665" y="1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2609165" y="3455520"/>
              <a:ext cx="46971" cy="68268"/>
            </a:xfrm>
            <a:custGeom>
              <a:avLst/>
              <a:gdLst/>
              <a:ahLst/>
              <a:cxnLst/>
              <a:rect l="l" t="t" r="r" b="b"/>
              <a:pathLst>
                <a:path w="1513" h="2199" extrusionOk="0">
                  <a:moveTo>
                    <a:pt x="0" y="1"/>
                  </a:moveTo>
                  <a:cubicBezTo>
                    <a:pt x="162" y="101"/>
                    <a:pt x="343" y="182"/>
                    <a:pt x="424" y="263"/>
                  </a:cubicBezTo>
                  <a:cubicBezTo>
                    <a:pt x="666" y="505"/>
                    <a:pt x="746" y="767"/>
                    <a:pt x="746" y="1110"/>
                  </a:cubicBezTo>
                  <a:cubicBezTo>
                    <a:pt x="746" y="1513"/>
                    <a:pt x="504" y="1936"/>
                    <a:pt x="0" y="2118"/>
                  </a:cubicBezTo>
                  <a:cubicBezTo>
                    <a:pt x="162" y="2118"/>
                    <a:pt x="242" y="2198"/>
                    <a:pt x="424" y="2198"/>
                  </a:cubicBezTo>
                  <a:cubicBezTo>
                    <a:pt x="1009" y="2198"/>
                    <a:pt x="1513" y="1694"/>
                    <a:pt x="1513" y="1110"/>
                  </a:cubicBezTo>
                  <a:cubicBezTo>
                    <a:pt x="1513" y="767"/>
                    <a:pt x="1351" y="505"/>
                    <a:pt x="1170" y="263"/>
                  </a:cubicBezTo>
                  <a:cubicBezTo>
                    <a:pt x="1009" y="101"/>
                    <a:pt x="666" y="1"/>
                    <a:pt x="424" y="1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2609165" y="3476818"/>
              <a:ext cx="23191" cy="23191"/>
            </a:xfrm>
            <a:custGeom>
              <a:avLst/>
              <a:gdLst/>
              <a:ahLst/>
              <a:cxnLst/>
              <a:rect l="l" t="t" r="r" b="b"/>
              <a:pathLst>
                <a:path w="747" h="747" extrusionOk="0">
                  <a:moveTo>
                    <a:pt x="424" y="0"/>
                  </a:moveTo>
                  <a:cubicBezTo>
                    <a:pt x="162" y="0"/>
                    <a:pt x="0" y="161"/>
                    <a:pt x="0" y="424"/>
                  </a:cubicBezTo>
                  <a:cubicBezTo>
                    <a:pt x="0" y="585"/>
                    <a:pt x="162" y="746"/>
                    <a:pt x="424" y="746"/>
                  </a:cubicBezTo>
                  <a:cubicBezTo>
                    <a:pt x="585" y="746"/>
                    <a:pt x="746" y="585"/>
                    <a:pt x="746" y="424"/>
                  </a:cubicBezTo>
                  <a:cubicBezTo>
                    <a:pt x="746" y="161"/>
                    <a:pt x="585" y="0"/>
                    <a:pt x="424" y="0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2437047" y="3314696"/>
              <a:ext cx="62618" cy="68237"/>
            </a:xfrm>
            <a:custGeom>
              <a:avLst/>
              <a:gdLst/>
              <a:ahLst/>
              <a:cxnLst/>
              <a:rect l="l" t="t" r="r" b="b"/>
              <a:pathLst>
                <a:path w="2017" h="2198" extrusionOk="0">
                  <a:moveTo>
                    <a:pt x="746" y="0"/>
                  </a:moveTo>
                  <a:lnTo>
                    <a:pt x="665" y="101"/>
                  </a:lnTo>
                  <a:lnTo>
                    <a:pt x="81" y="2016"/>
                  </a:lnTo>
                  <a:cubicBezTo>
                    <a:pt x="0" y="2117"/>
                    <a:pt x="81" y="2198"/>
                    <a:pt x="161" y="2198"/>
                  </a:cubicBezTo>
                  <a:lnTo>
                    <a:pt x="1855" y="2198"/>
                  </a:lnTo>
                  <a:cubicBezTo>
                    <a:pt x="1936" y="2198"/>
                    <a:pt x="2016" y="2117"/>
                    <a:pt x="2016" y="2117"/>
                  </a:cubicBezTo>
                  <a:lnTo>
                    <a:pt x="2016" y="182"/>
                  </a:lnTo>
                  <a:cubicBezTo>
                    <a:pt x="2016" y="101"/>
                    <a:pt x="1936" y="0"/>
                    <a:pt x="1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2520281" y="3314696"/>
              <a:ext cx="39458" cy="68237"/>
            </a:xfrm>
            <a:custGeom>
              <a:avLst/>
              <a:gdLst/>
              <a:ahLst/>
              <a:cxnLst/>
              <a:rect l="l" t="t" r="r" b="b"/>
              <a:pathLst>
                <a:path w="1271" h="2198" extrusionOk="0">
                  <a:moveTo>
                    <a:pt x="182" y="0"/>
                  </a:moveTo>
                  <a:cubicBezTo>
                    <a:pt x="81" y="0"/>
                    <a:pt x="1" y="101"/>
                    <a:pt x="1" y="182"/>
                  </a:cubicBezTo>
                  <a:lnTo>
                    <a:pt x="1" y="2117"/>
                  </a:lnTo>
                  <a:cubicBezTo>
                    <a:pt x="1" y="2117"/>
                    <a:pt x="81" y="2198"/>
                    <a:pt x="182" y="2198"/>
                  </a:cubicBezTo>
                  <a:lnTo>
                    <a:pt x="1190" y="2198"/>
                  </a:lnTo>
                  <a:lnTo>
                    <a:pt x="1271" y="2117"/>
                  </a:lnTo>
                  <a:lnTo>
                    <a:pt x="1271" y="182"/>
                  </a:lnTo>
                  <a:cubicBezTo>
                    <a:pt x="1271" y="101"/>
                    <a:pt x="1190" y="0"/>
                    <a:pt x="1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2674268" y="3458656"/>
              <a:ext cx="23812" cy="28189"/>
            </a:xfrm>
            <a:custGeom>
              <a:avLst/>
              <a:gdLst/>
              <a:ahLst/>
              <a:cxnLst/>
              <a:rect l="l" t="t" r="r" b="b"/>
              <a:pathLst>
                <a:path w="767" h="908" extrusionOk="0">
                  <a:moveTo>
                    <a:pt x="343" y="0"/>
                  </a:moveTo>
                  <a:lnTo>
                    <a:pt x="0" y="242"/>
                  </a:lnTo>
                  <a:lnTo>
                    <a:pt x="0" y="908"/>
                  </a:lnTo>
                  <a:lnTo>
                    <a:pt x="504" y="908"/>
                  </a:lnTo>
                  <a:cubicBezTo>
                    <a:pt x="585" y="908"/>
                    <a:pt x="766" y="827"/>
                    <a:pt x="766" y="746"/>
                  </a:cubicBezTo>
                  <a:lnTo>
                    <a:pt x="766" y="242"/>
                  </a:lnTo>
                  <a:lnTo>
                    <a:pt x="343" y="0"/>
                  </a:ln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2674268" y="3443009"/>
              <a:ext cx="23812" cy="23191"/>
            </a:xfrm>
            <a:custGeom>
              <a:avLst/>
              <a:gdLst/>
              <a:ahLst/>
              <a:cxnLst/>
              <a:rect l="l" t="t" r="r" b="b"/>
              <a:pathLst>
                <a:path w="767" h="747" extrusionOk="0">
                  <a:moveTo>
                    <a:pt x="262" y="0"/>
                  </a:moveTo>
                  <a:cubicBezTo>
                    <a:pt x="81" y="0"/>
                    <a:pt x="0" y="162"/>
                    <a:pt x="0" y="242"/>
                  </a:cubicBezTo>
                  <a:lnTo>
                    <a:pt x="0" y="746"/>
                  </a:lnTo>
                  <a:lnTo>
                    <a:pt x="766" y="746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FFD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6"/>
            <p:cNvSpPr/>
            <p:nvPr/>
          </p:nvSpPr>
          <p:spPr>
            <a:xfrm>
              <a:off x="2481473" y="3401066"/>
              <a:ext cx="23191" cy="10679"/>
            </a:xfrm>
            <a:custGeom>
              <a:avLst/>
              <a:gdLst/>
              <a:ahLst/>
              <a:cxnLst/>
              <a:rect l="l" t="t" r="r" b="b"/>
              <a:pathLst>
                <a:path w="747" h="344" extrusionOk="0">
                  <a:moveTo>
                    <a:pt x="162" y="1"/>
                  </a:moveTo>
                  <a:cubicBezTo>
                    <a:pt x="81" y="1"/>
                    <a:pt x="0" y="81"/>
                    <a:pt x="0" y="162"/>
                  </a:cubicBezTo>
                  <a:cubicBezTo>
                    <a:pt x="0" y="243"/>
                    <a:pt x="81" y="343"/>
                    <a:pt x="162" y="343"/>
                  </a:cubicBezTo>
                  <a:lnTo>
                    <a:pt x="505" y="343"/>
                  </a:lnTo>
                  <a:cubicBezTo>
                    <a:pt x="666" y="343"/>
                    <a:pt x="746" y="243"/>
                    <a:pt x="746" y="162"/>
                  </a:cubicBezTo>
                  <a:cubicBezTo>
                    <a:pt x="746" y="81"/>
                    <a:pt x="666" y="1"/>
                    <a:pt x="505" y="1"/>
                  </a:cubicBez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6"/>
            <p:cNvSpPr/>
            <p:nvPr/>
          </p:nvSpPr>
          <p:spPr>
            <a:xfrm>
              <a:off x="2629810" y="3325345"/>
              <a:ext cx="41973" cy="41942"/>
            </a:xfrm>
            <a:custGeom>
              <a:avLst/>
              <a:gdLst/>
              <a:ahLst/>
              <a:cxnLst/>
              <a:rect l="l" t="t" r="r" b="b"/>
              <a:pathLst>
                <a:path w="1352" h="1351" extrusionOk="0">
                  <a:moveTo>
                    <a:pt x="505" y="0"/>
                  </a:moveTo>
                  <a:lnTo>
                    <a:pt x="1" y="504"/>
                  </a:lnTo>
                  <a:lnTo>
                    <a:pt x="848" y="1351"/>
                  </a:lnTo>
                  <a:lnTo>
                    <a:pt x="1352" y="847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2522795" y="3233946"/>
              <a:ext cx="135853" cy="127098"/>
            </a:xfrm>
            <a:custGeom>
              <a:avLst/>
              <a:gdLst/>
              <a:ahLst/>
              <a:cxnLst/>
              <a:rect l="l" t="t" r="r" b="b"/>
              <a:pathLst>
                <a:path w="4376" h="4094" extrusionOk="0">
                  <a:moveTo>
                    <a:pt x="1512" y="0"/>
                  </a:moveTo>
                  <a:cubicBezTo>
                    <a:pt x="1432" y="81"/>
                    <a:pt x="686" y="505"/>
                    <a:pt x="605" y="686"/>
                  </a:cubicBezTo>
                  <a:cubicBezTo>
                    <a:pt x="0" y="1513"/>
                    <a:pt x="101" y="2702"/>
                    <a:pt x="847" y="3448"/>
                  </a:cubicBezTo>
                  <a:cubicBezTo>
                    <a:pt x="1279" y="3880"/>
                    <a:pt x="1838" y="4094"/>
                    <a:pt x="2396" y="4094"/>
                  </a:cubicBezTo>
                  <a:cubicBezTo>
                    <a:pt x="2829" y="4094"/>
                    <a:pt x="3260" y="3965"/>
                    <a:pt x="3629" y="3710"/>
                  </a:cubicBezTo>
                  <a:cubicBezTo>
                    <a:pt x="3710" y="3609"/>
                    <a:pt x="4032" y="3206"/>
                    <a:pt x="4133" y="3105"/>
                  </a:cubicBezTo>
                  <a:cubicBezTo>
                    <a:pt x="4133" y="3105"/>
                    <a:pt x="4375" y="1271"/>
                    <a:pt x="3528" y="424"/>
                  </a:cubicBezTo>
                  <a:lnTo>
                    <a:pt x="1512" y="0"/>
                  </a:ln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2541578" y="3226433"/>
              <a:ext cx="122069" cy="122721"/>
            </a:xfrm>
            <a:custGeom>
              <a:avLst/>
              <a:gdLst/>
              <a:ahLst/>
              <a:cxnLst/>
              <a:rect l="l" t="t" r="r" b="b"/>
              <a:pathLst>
                <a:path w="3932" h="3953" extrusionOk="0">
                  <a:moveTo>
                    <a:pt x="1754" y="1"/>
                  </a:moveTo>
                  <a:cubicBezTo>
                    <a:pt x="1250" y="1"/>
                    <a:pt x="665" y="162"/>
                    <a:pt x="242" y="585"/>
                  </a:cubicBezTo>
                  <a:cubicBezTo>
                    <a:pt x="161" y="666"/>
                    <a:pt x="81" y="747"/>
                    <a:pt x="0" y="928"/>
                  </a:cubicBezTo>
                  <a:cubicBezTo>
                    <a:pt x="403" y="585"/>
                    <a:pt x="827" y="505"/>
                    <a:pt x="1250" y="505"/>
                  </a:cubicBezTo>
                  <a:cubicBezTo>
                    <a:pt x="1835" y="505"/>
                    <a:pt x="2339" y="666"/>
                    <a:pt x="2762" y="1089"/>
                  </a:cubicBezTo>
                  <a:cubicBezTo>
                    <a:pt x="3266" y="1513"/>
                    <a:pt x="3427" y="2097"/>
                    <a:pt x="3427" y="2682"/>
                  </a:cubicBezTo>
                  <a:cubicBezTo>
                    <a:pt x="3427" y="3105"/>
                    <a:pt x="3266" y="3529"/>
                    <a:pt x="3024" y="3952"/>
                  </a:cubicBezTo>
                  <a:cubicBezTo>
                    <a:pt x="3105" y="3851"/>
                    <a:pt x="3266" y="3771"/>
                    <a:pt x="3347" y="3690"/>
                  </a:cubicBezTo>
                  <a:cubicBezTo>
                    <a:pt x="3770" y="3267"/>
                    <a:pt x="3932" y="2682"/>
                    <a:pt x="3932" y="2097"/>
                  </a:cubicBezTo>
                  <a:cubicBezTo>
                    <a:pt x="3932" y="1593"/>
                    <a:pt x="3770" y="1009"/>
                    <a:pt x="3347" y="585"/>
                  </a:cubicBezTo>
                  <a:cubicBezTo>
                    <a:pt x="2923" y="162"/>
                    <a:pt x="2339" y="1"/>
                    <a:pt x="1754" y="1"/>
                  </a:cubicBezTo>
                  <a:close/>
                </a:path>
              </a:pathLst>
            </a:custGeom>
            <a:solidFill>
              <a:srgbClr val="E39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2651108" y="3359123"/>
              <a:ext cx="78264" cy="69199"/>
            </a:xfrm>
            <a:custGeom>
              <a:avLst/>
              <a:gdLst/>
              <a:ahLst/>
              <a:cxnLst/>
              <a:rect l="l" t="t" r="r" b="b"/>
              <a:pathLst>
                <a:path w="2521" h="2229" extrusionOk="0">
                  <a:moveTo>
                    <a:pt x="162" y="1"/>
                  </a:moveTo>
                  <a:lnTo>
                    <a:pt x="81" y="182"/>
                  </a:lnTo>
                  <a:cubicBezTo>
                    <a:pt x="0" y="263"/>
                    <a:pt x="0" y="424"/>
                    <a:pt x="81" y="505"/>
                  </a:cubicBezTo>
                  <a:lnTo>
                    <a:pt x="1250" y="1936"/>
                  </a:lnTo>
                  <a:cubicBezTo>
                    <a:pt x="1372" y="2134"/>
                    <a:pt x="1597" y="2228"/>
                    <a:pt x="1812" y="2228"/>
                  </a:cubicBezTo>
                  <a:cubicBezTo>
                    <a:pt x="1882" y="2228"/>
                    <a:pt x="1952" y="2218"/>
                    <a:pt x="2016" y="2198"/>
                  </a:cubicBezTo>
                  <a:cubicBezTo>
                    <a:pt x="2178" y="2098"/>
                    <a:pt x="2520" y="1432"/>
                    <a:pt x="2178" y="1090"/>
                  </a:cubicBezTo>
                  <a:lnTo>
                    <a:pt x="162" y="1"/>
                  </a:ln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6"/>
            <p:cNvSpPr/>
            <p:nvPr/>
          </p:nvSpPr>
          <p:spPr>
            <a:xfrm>
              <a:off x="2653591" y="3346767"/>
              <a:ext cx="80779" cy="80624"/>
            </a:xfrm>
            <a:custGeom>
              <a:avLst/>
              <a:gdLst/>
              <a:ahLst/>
              <a:cxnLst/>
              <a:rect l="l" t="t" r="r" b="b"/>
              <a:pathLst>
                <a:path w="2602" h="2597" extrusionOk="0">
                  <a:moveTo>
                    <a:pt x="49" y="532"/>
                  </a:moveTo>
                  <a:lnTo>
                    <a:pt x="49" y="532"/>
                  </a:lnTo>
                  <a:cubicBezTo>
                    <a:pt x="33" y="544"/>
                    <a:pt x="17" y="560"/>
                    <a:pt x="1" y="580"/>
                  </a:cubicBezTo>
                  <a:lnTo>
                    <a:pt x="49" y="532"/>
                  </a:lnTo>
                  <a:close/>
                  <a:moveTo>
                    <a:pt x="626" y="1"/>
                  </a:moveTo>
                  <a:cubicBezTo>
                    <a:pt x="586" y="1"/>
                    <a:pt x="545" y="26"/>
                    <a:pt x="505" y="76"/>
                  </a:cubicBezTo>
                  <a:lnTo>
                    <a:pt x="49" y="532"/>
                  </a:lnTo>
                  <a:lnTo>
                    <a:pt x="49" y="532"/>
                  </a:lnTo>
                  <a:cubicBezTo>
                    <a:pt x="74" y="514"/>
                    <a:pt x="98" y="505"/>
                    <a:pt x="122" y="505"/>
                  </a:cubicBezTo>
                  <a:cubicBezTo>
                    <a:pt x="162" y="505"/>
                    <a:pt x="203" y="530"/>
                    <a:pt x="243" y="580"/>
                  </a:cubicBezTo>
                  <a:lnTo>
                    <a:pt x="1755" y="1750"/>
                  </a:lnTo>
                  <a:cubicBezTo>
                    <a:pt x="1936" y="1992"/>
                    <a:pt x="2017" y="2254"/>
                    <a:pt x="1936" y="2596"/>
                  </a:cubicBezTo>
                  <a:cubicBezTo>
                    <a:pt x="2098" y="2496"/>
                    <a:pt x="2178" y="2496"/>
                    <a:pt x="2259" y="2334"/>
                  </a:cubicBezTo>
                  <a:cubicBezTo>
                    <a:pt x="2602" y="2092"/>
                    <a:pt x="2602" y="1588"/>
                    <a:pt x="2259" y="1246"/>
                  </a:cubicBezTo>
                  <a:lnTo>
                    <a:pt x="747" y="76"/>
                  </a:lnTo>
                  <a:cubicBezTo>
                    <a:pt x="707" y="26"/>
                    <a:pt x="666" y="1"/>
                    <a:pt x="626" y="1"/>
                  </a:cubicBezTo>
                  <a:close/>
                </a:path>
              </a:pathLst>
            </a:custGeom>
            <a:solidFill>
              <a:srgbClr val="E39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6"/>
            <p:cNvSpPr/>
            <p:nvPr/>
          </p:nvSpPr>
          <p:spPr>
            <a:xfrm>
              <a:off x="2549060" y="3248507"/>
              <a:ext cx="96426" cy="88602"/>
            </a:xfrm>
            <a:custGeom>
              <a:avLst/>
              <a:gdLst/>
              <a:ahLst/>
              <a:cxnLst/>
              <a:rect l="l" t="t" r="r" b="b"/>
              <a:pathLst>
                <a:path w="3106" h="2854" extrusionOk="0">
                  <a:moveTo>
                    <a:pt x="1543" y="0"/>
                  </a:moveTo>
                  <a:cubicBezTo>
                    <a:pt x="1175" y="0"/>
                    <a:pt x="797" y="126"/>
                    <a:pt x="505" y="378"/>
                  </a:cubicBezTo>
                  <a:cubicBezTo>
                    <a:pt x="1" y="963"/>
                    <a:pt x="1" y="1890"/>
                    <a:pt x="505" y="2475"/>
                  </a:cubicBezTo>
                  <a:cubicBezTo>
                    <a:pt x="797" y="2727"/>
                    <a:pt x="1175" y="2853"/>
                    <a:pt x="1543" y="2853"/>
                  </a:cubicBezTo>
                  <a:cubicBezTo>
                    <a:pt x="1911" y="2853"/>
                    <a:pt x="2269" y="2727"/>
                    <a:pt x="2521" y="2475"/>
                  </a:cubicBezTo>
                  <a:cubicBezTo>
                    <a:pt x="3106" y="1890"/>
                    <a:pt x="3106" y="963"/>
                    <a:pt x="2521" y="378"/>
                  </a:cubicBezTo>
                  <a:cubicBezTo>
                    <a:pt x="2269" y="126"/>
                    <a:pt x="1911" y="0"/>
                    <a:pt x="1543" y="0"/>
                  </a:cubicBez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2353782" y="3458656"/>
              <a:ext cx="23191" cy="28189"/>
            </a:xfrm>
            <a:custGeom>
              <a:avLst/>
              <a:gdLst/>
              <a:ahLst/>
              <a:cxnLst/>
              <a:rect l="l" t="t" r="r" b="b"/>
              <a:pathLst>
                <a:path w="747" h="908" extrusionOk="0">
                  <a:moveTo>
                    <a:pt x="404" y="0"/>
                  </a:moveTo>
                  <a:lnTo>
                    <a:pt x="1" y="242"/>
                  </a:lnTo>
                  <a:lnTo>
                    <a:pt x="1" y="746"/>
                  </a:lnTo>
                  <a:cubicBezTo>
                    <a:pt x="1" y="827"/>
                    <a:pt x="162" y="908"/>
                    <a:pt x="242" y="908"/>
                  </a:cubicBezTo>
                  <a:lnTo>
                    <a:pt x="747" y="908"/>
                  </a:lnTo>
                  <a:lnTo>
                    <a:pt x="747" y="242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2353782" y="3443009"/>
              <a:ext cx="23191" cy="23191"/>
            </a:xfrm>
            <a:custGeom>
              <a:avLst/>
              <a:gdLst/>
              <a:ahLst/>
              <a:cxnLst/>
              <a:rect l="l" t="t" r="r" b="b"/>
              <a:pathLst>
                <a:path w="747" h="747" extrusionOk="0">
                  <a:moveTo>
                    <a:pt x="1" y="0"/>
                  </a:moveTo>
                  <a:lnTo>
                    <a:pt x="1" y="746"/>
                  </a:lnTo>
                  <a:lnTo>
                    <a:pt x="747" y="746"/>
                  </a:lnTo>
                  <a:lnTo>
                    <a:pt x="747" y="242"/>
                  </a:lnTo>
                  <a:cubicBezTo>
                    <a:pt x="747" y="162"/>
                    <a:pt x="666" y="0"/>
                    <a:pt x="505" y="0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6" name="Google Shape;1046;p36"/>
          <p:cNvGrpSpPr/>
          <p:nvPr/>
        </p:nvGrpSpPr>
        <p:grpSpPr>
          <a:xfrm>
            <a:off x="868558" y="1410879"/>
            <a:ext cx="344298" cy="375592"/>
            <a:chOff x="3170008" y="2026510"/>
            <a:chExt cx="344298" cy="375592"/>
          </a:xfrm>
        </p:grpSpPr>
        <p:sp>
          <p:nvSpPr>
            <p:cNvPr id="1047" name="Google Shape;1047;p36"/>
            <p:cNvSpPr/>
            <p:nvPr/>
          </p:nvSpPr>
          <p:spPr>
            <a:xfrm>
              <a:off x="3237595" y="2368294"/>
              <a:ext cx="65132" cy="33808"/>
            </a:xfrm>
            <a:custGeom>
              <a:avLst/>
              <a:gdLst/>
              <a:ahLst/>
              <a:cxnLst/>
              <a:rect l="l" t="t" r="r" b="b"/>
              <a:pathLst>
                <a:path w="2098" h="1089" extrusionOk="0">
                  <a:moveTo>
                    <a:pt x="2097" y="0"/>
                  </a:moveTo>
                  <a:lnTo>
                    <a:pt x="1" y="423"/>
                  </a:lnTo>
                  <a:lnTo>
                    <a:pt x="1" y="746"/>
                  </a:lnTo>
                  <a:cubicBezTo>
                    <a:pt x="1" y="928"/>
                    <a:pt x="162" y="1089"/>
                    <a:pt x="343" y="1089"/>
                  </a:cubicBezTo>
                  <a:lnTo>
                    <a:pt x="1674" y="1089"/>
                  </a:lnTo>
                  <a:cubicBezTo>
                    <a:pt x="1936" y="1089"/>
                    <a:pt x="2097" y="928"/>
                    <a:pt x="2097" y="746"/>
                  </a:cubicBezTo>
                  <a:lnTo>
                    <a:pt x="2097" y="0"/>
                  </a:lnTo>
                  <a:close/>
                </a:path>
              </a:pathLst>
            </a:custGeom>
            <a:solidFill>
              <a:srgbClr val="C33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3287051" y="2370778"/>
              <a:ext cx="36944" cy="31324"/>
            </a:xfrm>
            <a:custGeom>
              <a:avLst/>
              <a:gdLst/>
              <a:ahLst/>
              <a:cxnLst/>
              <a:rect l="l" t="t" r="r" b="b"/>
              <a:pathLst>
                <a:path w="1190" h="1009" extrusionOk="0">
                  <a:moveTo>
                    <a:pt x="424" y="1"/>
                  </a:moveTo>
                  <a:lnTo>
                    <a:pt x="424" y="666"/>
                  </a:lnTo>
                  <a:cubicBezTo>
                    <a:pt x="424" y="848"/>
                    <a:pt x="263" y="1009"/>
                    <a:pt x="0" y="1009"/>
                  </a:cubicBezTo>
                  <a:lnTo>
                    <a:pt x="767" y="1009"/>
                  </a:lnTo>
                  <a:cubicBezTo>
                    <a:pt x="1009" y="1009"/>
                    <a:pt x="1190" y="848"/>
                    <a:pt x="1190" y="666"/>
                  </a:cubicBezTo>
                  <a:lnTo>
                    <a:pt x="1190" y="343"/>
                  </a:lnTo>
                  <a:lnTo>
                    <a:pt x="424" y="1"/>
                  </a:ln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3170008" y="2026510"/>
              <a:ext cx="203438" cy="354937"/>
            </a:xfrm>
            <a:custGeom>
              <a:avLst/>
              <a:gdLst/>
              <a:ahLst/>
              <a:cxnLst/>
              <a:rect l="l" t="t" r="r" b="b"/>
              <a:pathLst>
                <a:path w="6553" h="11433" extrusionOk="0">
                  <a:moveTo>
                    <a:pt x="1936" y="1"/>
                  </a:moveTo>
                  <a:cubicBezTo>
                    <a:pt x="1754" y="1"/>
                    <a:pt x="1593" y="82"/>
                    <a:pt x="1512" y="263"/>
                  </a:cubicBezTo>
                  <a:lnTo>
                    <a:pt x="1432" y="505"/>
                  </a:lnTo>
                  <a:cubicBezTo>
                    <a:pt x="1432" y="666"/>
                    <a:pt x="1331" y="666"/>
                    <a:pt x="1170" y="666"/>
                  </a:cubicBezTo>
                  <a:lnTo>
                    <a:pt x="504" y="666"/>
                  </a:lnTo>
                  <a:cubicBezTo>
                    <a:pt x="242" y="666"/>
                    <a:pt x="0" y="928"/>
                    <a:pt x="0" y="1271"/>
                  </a:cubicBezTo>
                  <a:lnTo>
                    <a:pt x="0" y="6392"/>
                  </a:lnTo>
                  <a:cubicBezTo>
                    <a:pt x="0" y="6896"/>
                    <a:pt x="242" y="7400"/>
                    <a:pt x="666" y="7561"/>
                  </a:cubicBezTo>
                  <a:cubicBezTo>
                    <a:pt x="928" y="7723"/>
                    <a:pt x="1170" y="7985"/>
                    <a:pt x="1170" y="8328"/>
                  </a:cubicBezTo>
                  <a:lnTo>
                    <a:pt x="1170" y="11009"/>
                  </a:lnTo>
                  <a:cubicBezTo>
                    <a:pt x="1170" y="11251"/>
                    <a:pt x="1331" y="11432"/>
                    <a:pt x="1512" y="11432"/>
                  </a:cubicBezTo>
                  <a:lnTo>
                    <a:pt x="4859" y="11432"/>
                  </a:lnTo>
                  <a:cubicBezTo>
                    <a:pt x="5121" y="11432"/>
                    <a:pt x="5363" y="11170"/>
                    <a:pt x="5363" y="10928"/>
                  </a:cubicBezTo>
                  <a:lnTo>
                    <a:pt x="5363" y="8328"/>
                  </a:lnTo>
                  <a:cubicBezTo>
                    <a:pt x="5283" y="7904"/>
                    <a:pt x="5706" y="7642"/>
                    <a:pt x="5706" y="7642"/>
                  </a:cubicBezTo>
                  <a:cubicBezTo>
                    <a:pt x="6210" y="7320"/>
                    <a:pt x="6553" y="6815"/>
                    <a:pt x="6553" y="6211"/>
                  </a:cubicBezTo>
                  <a:lnTo>
                    <a:pt x="6553" y="1432"/>
                  </a:lnTo>
                  <a:cubicBezTo>
                    <a:pt x="6553" y="1009"/>
                    <a:pt x="6210" y="666"/>
                    <a:pt x="5787" y="666"/>
                  </a:cubicBezTo>
                  <a:lnTo>
                    <a:pt x="5202" y="666"/>
                  </a:lnTo>
                  <a:cubicBezTo>
                    <a:pt x="5121" y="666"/>
                    <a:pt x="5041" y="666"/>
                    <a:pt x="5041" y="505"/>
                  </a:cubicBezTo>
                  <a:lnTo>
                    <a:pt x="4859" y="263"/>
                  </a:lnTo>
                  <a:cubicBezTo>
                    <a:pt x="4859" y="82"/>
                    <a:pt x="4698" y="1"/>
                    <a:pt x="4537" y="1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3308318" y="2026510"/>
              <a:ext cx="83294" cy="354937"/>
            </a:xfrm>
            <a:custGeom>
              <a:avLst/>
              <a:gdLst/>
              <a:ahLst/>
              <a:cxnLst/>
              <a:rect l="l" t="t" r="r" b="b"/>
              <a:pathLst>
                <a:path w="2683" h="11433" extrusionOk="0">
                  <a:moveTo>
                    <a:pt x="1" y="1"/>
                  </a:moveTo>
                  <a:cubicBezTo>
                    <a:pt x="162" y="1"/>
                    <a:pt x="324" y="82"/>
                    <a:pt x="404" y="263"/>
                  </a:cubicBezTo>
                  <a:lnTo>
                    <a:pt x="505" y="505"/>
                  </a:lnTo>
                  <a:cubicBezTo>
                    <a:pt x="505" y="666"/>
                    <a:pt x="586" y="666"/>
                    <a:pt x="747" y="666"/>
                  </a:cubicBezTo>
                  <a:lnTo>
                    <a:pt x="1251" y="666"/>
                  </a:lnTo>
                  <a:cubicBezTo>
                    <a:pt x="1674" y="666"/>
                    <a:pt x="2017" y="1009"/>
                    <a:pt x="2017" y="1432"/>
                  </a:cubicBezTo>
                  <a:lnTo>
                    <a:pt x="2017" y="1594"/>
                  </a:lnTo>
                  <a:lnTo>
                    <a:pt x="666" y="4033"/>
                  </a:lnTo>
                  <a:lnTo>
                    <a:pt x="2017" y="6211"/>
                  </a:lnTo>
                  <a:cubicBezTo>
                    <a:pt x="2017" y="6473"/>
                    <a:pt x="1916" y="6815"/>
                    <a:pt x="1755" y="6977"/>
                  </a:cubicBezTo>
                  <a:cubicBezTo>
                    <a:pt x="1674" y="7219"/>
                    <a:pt x="1412" y="7481"/>
                    <a:pt x="1170" y="7642"/>
                  </a:cubicBezTo>
                  <a:cubicBezTo>
                    <a:pt x="908" y="7723"/>
                    <a:pt x="828" y="8066"/>
                    <a:pt x="828" y="8328"/>
                  </a:cubicBezTo>
                  <a:lnTo>
                    <a:pt x="828" y="10928"/>
                  </a:lnTo>
                  <a:cubicBezTo>
                    <a:pt x="828" y="11170"/>
                    <a:pt x="586" y="11432"/>
                    <a:pt x="324" y="11432"/>
                  </a:cubicBezTo>
                  <a:lnTo>
                    <a:pt x="1009" y="11432"/>
                  </a:lnTo>
                  <a:cubicBezTo>
                    <a:pt x="1332" y="11432"/>
                    <a:pt x="1513" y="11170"/>
                    <a:pt x="1513" y="10928"/>
                  </a:cubicBezTo>
                  <a:lnTo>
                    <a:pt x="1513" y="8328"/>
                  </a:lnTo>
                  <a:cubicBezTo>
                    <a:pt x="1513" y="8066"/>
                    <a:pt x="1674" y="7723"/>
                    <a:pt x="1916" y="7642"/>
                  </a:cubicBezTo>
                  <a:cubicBezTo>
                    <a:pt x="2178" y="7481"/>
                    <a:pt x="2340" y="7219"/>
                    <a:pt x="2521" y="6977"/>
                  </a:cubicBezTo>
                  <a:cubicBezTo>
                    <a:pt x="2682" y="6815"/>
                    <a:pt x="2682" y="6473"/>
                    <a:pt x="2682" y="6211"/>
                  </a:cubicBezTo>
                  <a:lnTo>
                    <a:pt x="2682" y="1432"/>
                  </a:lnTo>
                  <a:cubicBezTo>
                    <a:pt x="2682" y="1009"/>
                    <a:pt x="2420" y="666"/>
                    <a:pt x="2017" y="666"/>
                  </a:cubicBezTo>
                  <a:lnTo>
                    <a:pt x="1412" y="666"/>
                  </a:lnTo>
                  <a:cubicBezTo>
                    <a:pt x="1332" y="666"/>
                    <a:pt x="1251" y="666"/>
                    <a:pt x="1251" y="505"/>
                  </a:cubicBezTo>
                  <a:lnTo>
                    <a:pt x="1090" y="263"/>
                  </a:lnTo>
                  <a:cubicBezTo>
                    <a:pt x="1090" y="82"/>
                    <a:pt x="908" y="1"/>
                    <a:pt x="747" y="1"/>
                  </a:cubicBezTo>
                  <a:close/>
                </a:path>
              </a:pathLst>
            </a:custGeom>
            <a:solidFill>
              <a:srgbClr val="C33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3190654" y="2070968"/>
              <a:ext cx="180309" cy="112072"/>
            </a:xfrm>
            <a:custGeom>
              <a:avLst/>
              <a:gdLst/>
              <a:ahLst/>
              <a:cxnLst/>
              <a:rect l="l" t="t" r="r" b="b"/>
              <a:pathLst>
                <a:path w="5808" h="3610" extrusionOk="0">
                  <a:moveTo>
                    <a:pt x="81" y="0"/>
                  </a:moveTo>
                  <a:cubicBezTo>
                    <a:pt x="81" y="0"/>
                    <a:pt x="1" y="81"/>
                    <a:pt x="1" y="162"/>
                  </a:cubicBezTo>
                  <a:lnTo>
                    <a:pt x="1" y="3529"/>
                  </a:lnTo>
                  <a:cubicBezTo>
                    <a:pt x="1" y="3609"/>
                    <a:pt x="81" y="3609"/>
                    <a:pt x="81" y="3609"/>
                  </a:cubicBezTo>
                  <a:lnTo>
                    <a:pt x="5626" y="3609"/>
                  </a:lnTo>
                  <a:cubicBezTo>
                    <a:pt x="5706" y="3609"/>
                    <a:pt x="5807" y="3609"/>
                    <a:pt x="5807" y="3529"/>
                  </a:cubicBezTo>
                  <a:lnTo>
                    <a:pt x="5807" y="162"/>
                  </a:lnTo>
                  <a:cubicBezTo>
                    <a:pt x="5807" y="81"/>
                    <a:pt x="5706" y="0"/>
                    <a:pt x="56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3263891" y="2104777"/>
              <a:ext cx="172145" cy="127719"/>
            </a:xfrm>
            <a:custGeom>
              <a:avLst/>
              <a:gdLst/>
              <a:ahLst/>
              <a:cxnLst/>
              <a:rect l="l" t="t" r="r" b="b"/>
              <a:pathLst>
                <a:path w="5545" h="4114" extrusionOk="0">
                  <a:moveTo>
                    <a:pt x="323" y="0"/>
                  </a:moveTo>
                  <a:cubicBezTo>
                    <a:pt x="162" y="0"/>
                    <a:pt x="0" y="161"/>
                    <a:pt x="0" y="343"/>
                  </a:cubicBezTo>
                  <a:lnTo>
                    <a:pt x="0" y="1089"/>
                  </a:lnTo>
                  <a:lnTo>
                    <a:pt x="505" y="1512"/>
                  </a:lnTo>
                  <a:lnTo>
                    <a:pt x="0" y="1855"/>
                  </a:lnTo>
                  <a:lnTo>
                    <a:pt x="0" y="3790"/>
                  </a:lnTo>
                  <a:cubicBezTo>
                    <a:pt x="0" y="3952"/>
                    <a:pt x="162" y="4113"/>
                    <a:pt x="323" y="4113"/>
                  </a:cubicBezTo>
                  <a:lnTo>
                    <a:pt x="5202" y="4113"/>
                  </a:lnTo>
                  <a:cubicBezTo>
                    <a:pt x="5363" y="4113"/>
                    <a:pt x="5545" y="3952"/>
                    <a:pt x="5545" y="3790"/>
                  </a:cubicBezTo>
                  <a:lnTo>
                    <a:pt x="5545" y="343"/>
                  </a:lnTo>
                  <a:cubicBezTo>
                    <a:pt x="5545" y="161"/>
                    <a:pt x="5363" y="0"/>
                    <a:pt x="5202" y="0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3422877" y="2104777"/>
              <a:ext cx="46971" cy="127719"/>
            </a:xfrm>
            <a:custGeom>
              <a:avLst/>
              <a:gdLst/>
              <a:ahLst/>
              <a:cxnLst/>
              <a:rect l="l" t="t" r="r" b="b"/>
              <a:pathLst>
                <a:path w="1513" h="4114" extrusionOk="0">
                  <a:moveTo>
                    <a:pt x="1" y="0"/>
                  </a:moveTo>
                  <a:cubicBezTo>
                    <a:pt x="242" y="0"/>
                    <a:pt x="424" y="161"/>
                    <a:pt x="424" y="343"/>
                  </a:cubicBezTo>
                  <a:lnTo>
                    <a:pt x="424" y="1089"/>
                  </a:lnTo>
                  <a:lnTo>
                    <a:pt x="585" y="1512"/>
                  </a:lnTo>
                  <a:lnTo>
                    <a:pt x="424" y="1855"/>
                  </a:lnTo>
                  <a:lnTo>
                    <a:pt x="424" y="3790"/>
                  </a:lnTo>
                  <a:cubicBezTo>
                    <a:pt x="424" y="3952"/>
                    <a:pt x="242" y="4113"/>
                    <a:pt x="1" y="4113"/>
                  </a:cubicBezTo>
                  <a:lnTo>
                    <a:pt x="746" y="4113"/>
                  </a:lnTo>
                  <a:cubicBezTo>
                    <a:pt x="928" y="4113"/>
                    <a:pt x="1089" y="3952"/>
                    <a:pt x="1089" y="3790"/>
                  </a:cubicBezTo>
                  <a:lnTo>
                    <a:pt x="1513" y="2601"/>
                  </a:lnTo>
                  <a:lnTo>
                    <a:pt x="1089" y="1089"/>
                  </a:lnTo>
                  <a:lnTo>
                    <a:pt x="1089" y="343"/>
                  </a:lnTo>
                  <a:cubicBezTo>
                    <a:pt x="1089" y="161"/>
                    <a:pt x="928" y="0"/>
                    <a:pt x="746" y="0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3263891" y="2138555"/>
              <a:ext cx="182172" cy="23812"/>
            </a:xfrm>
            <a:custGeom>
              <a:avLst/>
              <a:gdLst/>
              <a:ahLst/>
              <a:cxnLst/>
              <a:rect l="l" t="t" r="r" b="b"/>
              <a:pathLst>
                <a:path w="5868" h="767" extrusionOk="0">
                  <a:moveTo>
                    <a:pt x="0" y="1"/>
                  </a:moveTo>
                  <a:lnTo>
                    <a:pt x="0" y="767"/>
                  </a:lnTo>
                  <a:lnTo>
                    <a:pt x="5545" y="767"/>
                  </a:lnTo>
                  <a:lnTo>
                    <a:pt x="5867" y="344"/>
                  </a:lnTo>
                  <a:lnTo>
                    <a:pt x="5545" y="1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3436009" y="2138555"/>
              <a:ext cx="20707" cy="23812"/>
            </a:xfrm>
            <a:custGeom>
              <a:avLst/>
              <a:gdLst/>
              <a:ahLst/>
              <a:cxnLst/>
              <a:rect l="l" t="t" r="r" b="b"/>
              <a:pathLst>
                <a:path w="667" h="767" extrusionOk="0">
                  <a:moveTo>
                    <a:pt x="1" y="1"/>
                  </a:moveTo>
                  <a:lnTo>
                    <a:pt x="1" y="767"/>
                  </a:lnTo>
                  <a:lnTo>
                    <a:pt x="666" y="76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3292671" y="2323837"/>
              <a:ext cx="18192" cy="23812"/>
            </a:xfrm>
            <a:custGeom>
              <a:avLst/>
              <a:gdLst/>
              <a:ahLst/>
              <a:cxnLst/>
              <a:rect l="l" t="t" r="r" b="b"/>
              <a:pathLst>
                <a:path w="586" h="767" extrusionOk="0">
                  <a:moveTo>
                    <a:pt x="82" y="1"/>
                  </a:moveTo>
                  <a:cubicBezTo>
                    <a:pt x="1" y="1"/>
                    <a:pt x="1" y="1"/>
                    <a:pt x="1" y="81"/>
                  </a:cubicBezTo>
                  <a:lnTo>
                    <a:pt x="1" y="585"/>
                  </a:lnTo>
                  <a:cubicBezTo>
                    <a:pt x="1" y="666"/>
                    <a:pt x="1" y="767"/>
                    <a:pt x="82" y="767"/>
                  </a:cubicBezTo>
                  <a:lnTo>
                    <a:pt x="505" y="767"/>
                  </a:lnTo>
                  <a:cubicBezTo>
                    <a:pt x="586" y="767"/>
                    <a:pt x="586" y="666"/>
                    <a:pt x="586" y="585"/>
                  </a:cubicBezTo>
                  <a:lnTo>
                    <a:pt x="586" y="81"/>
                  </a:lnTo>
                  <a:cubicBezTo>
                    <a:pt x="586" y="1"/>
                    <a:pt x="586" y="1"/>
                    <a:pt x="5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3305213" y="2323837"/>
              <a:ext cx="28810" cy="23812"/>
            </a:xfrm>
            <a:custGeom>
              <a:avLst/>
              <a:gdLst/>
              <a:ahLst/>
              <a:cxnLst/>
              <a:rect l="l" t="t" r="r" b="b"/>
              <a:pathLst>
                <a:path w="928" h="767" extrusionOk="0">
                  <a:moveTo>
                    <a:pt x="0" y="1"/>
                  </a:moveTo>
                  <a:cubicBezTo>
                    <a:pt x="101" y="1"/>
                    <a:pt x="182" y="1"/>
                    <a:pt x="182" y="81"/>
                  </a:cubicBezTo>
                  <a:lnTo>
                    <a:pt x="182" y="585"/>
                  </a:lnTo>
                  <a:cubicBezTo>
                    <a:pt x="182" y="666"/>
                    <a:pt x="101" y="767"/>
                    <a:pt x="0" y="767"/>
                  </a:cubicBezTo>
                  <a:lnTo>
                    <a:pt x="766" y="767"/>
                  </a:lnTo>
                  <a:cubicBezTo>
                    <a:pt x="847" y="767"/>
                    <a:pt x="928" y="666"/>
                    <a:pt x="928" y="585"/>
                  </a:cubicBezTo>
                  <a:lnTo>
                    <a:pt x="928" y="81"/>
                  </a:lnTo>
                  <a:cubicBezTo>
                    <a:pt x="928" y="1"/>
                    <a:pt x="847" y="1"/>
                    <a:pt x="766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3226946" y="2323837"/>
              <a:ext cx="21328" cy="23812"/>
            </a:xfrm>
            <a:custGeom>
              <a:avLst/>
              <a:gdLst/>
              <a:ahLst/>
              <a:cxnLst/>
              <a:rect l="l" t="t" r="r" b="b"/>
              <a:pathLst>
                <a:path w="687" h="767" extrusionOk="0">
                  <a:moveTo>
                    <a:pt x="182" y="1"/>
                  </a:moveTo>
                  <a:cubicBezTo>
                    <a:pt x="102" y="1"/>
                    <a:pt x="1" y="1"/>
                    <a:pt x="1" y="81"/>
                  </a:cubicBezTo>
                  <a:lnTo>
                    <a:pt x="1" y="585"/>
                  </a:lnTo>
                  <a:cubicBezTo>
                    <a:pt x="1" y="666"/>
                    <a:pt x="102" y="767"/>
                    <a:pt x="182" y="767"/>
                  </a:cubicBezTo>
                  <a:lnTo>
                    <a:pt x="606" y="767"/>
                  </a:lnTo>
                  <a:cubicBezTo>
                    <a:pt x="606" y="767"/>
                    <a:pt x="686" y="666"/>
                    <a:pt x="686" y="585"/>
                  </a:cubicBezTo>
                  <a:lnTo>
                    <a:pt x="686" y="81"/>
                  </a:lnTo>
                  <a:cubicBezTo>
                    <a:pt x="686" y="1"/>
                    <a:pt x="606" y="1"/>
                    <a:pt x="6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3242594" y="2323837"/>
              <a:ext cx="26326" cy="23812"/>
            </a:xfrm>
            <a:custGeom>
              <a:avLst/>
              <a:gdLst/>
              <a:ahLst/>
              <a:cxnLst/>
              <a:rect l="l" t="t" r="r" b="b"/>
              <a:pathLst>
                <a:path w="848" h="767" extrusionOk="0">
                  <a:moveTo>
                    <a:pt x="1" y="1"/>
                  </a:moveTo>
                  <a:cubicBezTo>
                    <a:pt x="102" y="1"/>
                    <a:pt x="102" y="1"/>
                    <a:pt x="102" y="81"/>
                  </a:cubicBezTo>
                  <a:lnTo>
                    <a:pt x="102" y="585"/>
                  </a:lnTo>
                  <a:cubicBezTo>
                    <a:pt x="102" y="666"/>
                    <a:pt x="102" y="767"/>
                    <a:pt x="1" y="767"/>
                  </a:cubicBezTo>
                  <a:lnTo>
                    <a:pt x="767" y="767"/>
                  </a:lnTo>
                  <a:cubicBezTo>
                    <a:pt x="767" y="767"/>
                    <a:pt x="848" y="666"/>
                    <a:pt x="848" y="585"/>
                  </a:cubicBezTo>
                  <a:lnTo>
                    <a:pt x="848" y="81"/>
                  </a:lnTo>
                  <a:cubicBezTo>
                    <a:pt x="848" y="1"/>
                    <a:pt x="767" y="1"/>
                    <a:pt x="767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6"/>
            <p:cNvSpPr/>
            <p:nvPr/>
          </p:nvSpPr>
          <p:spPr>
            <a:xfrm>
              <a:off x="3292671" y="2276895"/>
              <a:ext cx="18192" cy="23812"/>
            </a:xfrm>
            <a:custGeom>
              <a:avLst/>
              <a:gdLst/>
              <a:ahLst/>
              <a:cxnLst/>
              <a:rect l="l" t="t" r="r" b="b"/>
              <a:pathLst>
                <a:path w="586" h="767" extrusionOk="0">
                  <a:moveTo>
                    <a:pt x="82" y="1"/>
                  </a:moveTo>
                  <a:cubicBezTo>
                    <a:pt x="1" y="1"/>
                    <a:pt x="1" y="81"/>
                    <a:pt x="1" y="162"/>
                  </a:cubicBezTo>
                  <a:lnTo>
                    <a:pt x="1" y="666"/>
                  </a:lnTo>
                  <a:cubicBezTo>
                    <a:pt x="1" y="666"/>
                    <a:pt x="1" y="767"/>
                    <a:pt x="82" y="767"/>
                  </a:cubicBezTo>
                  <a:lnTo>
                    <a:pt x="505" y="767"/>
                  </a:lnTo>
                  <a:cubicBezTo>
                    <a:pt x="586" y="767"/>
                    <a:pt x="586" y="666"/>
                    <a:pt x="586" y="666"/>
                  </a:cubicBezTo>
                  <a:lnTo>
                    <a:pt x="586" y="162"/>
                  </a:lnTo>
                  <a:cubicBezTo>
                    <a:pt x="586" y="81"/>
                    <a:pt x="586" y="1"/>
                    <a:pt x="5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3305213" y="2276895"/>
              <a:ext cx="28810" cy="23812"/>
            </a:xfrm>
            <a:custGeom>
              <a:avLst/>
              <a:gdLst/>
              <a:ahLst/>
              <a:cxnLst/>
              <a:rect l="l" t="t" r="r" b="b"/>
              <a:pathLst>
                <a:path w="928" h="767" extrusionOk="0">
                  <a:moveTo>
                    <a:pt x="0" y="1"/>
                  </a:moveTo>
                  <a:cubicBezTo>
                    <a:pt x="101" y="1"/>
                    <a:pt x="182" y="81"/>
                    <a:pt x="182" y="162"/>
                  </a:cubicBezTo>
                  <a:lnTo>
                    <a:pt x="182" y="666"/>
                  </a:lnTo>
                  <a:cubicBezTo>
                    <a:pt x="182" y="666"/>
                    <a:pt x="101" y="767"/>
                    <a:pt x="0" y="767"/>
                  </a:cubicBezTo>
                  <a:lnTo>
                    <a:pt x="766" y="767"/>
                  </a:lnTo>
                  <a:cubicBezTo>
                    <a:pt x="847" y="767"/>
                    <a:pt x="928" y="666"/>
                    <a:pt x="928" y="666"/>
                  </a:cubicBezTo>
                  <a:lnTo>
                    <a:pt x="928" y="162"/>
                  </a:lnTo>
                  <a:cubicBezTo>
                    <a:pt x="928" y="81"/>
                    <a:pt x="847" y="1"/>
                    <a:pt x="766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3226946" y="2276895"/>
              <a:ext cx="21328" cy="23812"/>
            </a:xfrm>
            <a:custGeom>
              <a:avLst/>
              <a:gdLst/>
              <a:ahLst/>
              <a:cxnLst/>
              <a:rect l="l" t="t" r="r" b="b"/>
              <a:pathLst>
                <a:path w="687" h="767" extrusionOk="0">
                  <a:moveTo>
                    <a:pt x="182" y="1"/>
                  </a:moveTo>
                  <a:cubicBezTo>
                    <a:pt x="102" y="1"/>
                    <a:pt x="1" y="81"/>
                    <a:pt x="1" y="162"/>
                  </a:cubicBezTo>
                  <a:lnTo>
                    <a:pt x="1" y="666"/>
                  </a:lnTo>
                  <a:cubicBezTo>
                    <a:pt x="1" y="666"/>
                    <a:pt x="102" y="767"/>
                    <a:pt x="182" y="767"/>
                  </a:cubicBezTo>
                  <a:lnTo>
                    <a:pt x="606" y="767"/>
                  </a:lnTo>
                  <a:lnTo>
                    <a:pt x="686" y="666"/>
                  </a:lnTo>
                  <a:lnTo>
                    <a:pt x="686" y="162"/>
                  </a:lnTo>
                  <a:cubicBezTo>
                    <a:pt x="686" y="81"/>
                    <a:pt x="606" y="1"/>
                    <a:pt x="6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6"/>
            <p:cNvSpPr/>
            <p:nvPr/>
          </p:nvSpPr>
          <p:spPr>
            <a:xfrm>
              <a:off x="3242594" y="2276895"/>
              <a:ext cx="26326" cy="23812"/>
            </a:xfrm>
            <a:custGeom>
              <a:avLst/>
              <a:gdLst/>
              <a:ahLst/>
              <a:cxnLst/>
              <a:rect l="l" t="t" r="r" b="b"/>
              <a:pathLst>
                <a:path w="848" h="767" extrusionOk="0">
                  <a:moveTo>
                    <a:pt x="1" y="1"/>
                  </a:moveTo>
                  <a:cubicBezTo>
                    <a:pt x="102" y="1"/>
                    <a:pt x="102" y="81"/>
                    <a:pt x="102" y="162"/>
                  </a:cubicBezTo>
                  <a:lnTo>
                    <a:pt x="102" y="666"/>
                  </a:lnTo>
                  <a:cubicBezTo>
                    <a:pt x="102" y="666"/>
                    <a:pt x="102" y="767"/>
                    <a:pt x="1" y="767"/>
                  </a:cubicBezTo>
                  <a:lnTo>
                    <a:pt x="767" y="767"/>
                  </a:lnTo>
                  <a:lnTo>
                    <a:pt x="848" y="666"/>
                  </a:lnTo>
                  <a:lnTo>
                    <a:pt x="848" y="162"/>
                  </a:lnTo>
                  <a:cubicBezTo>
                    <a:pt x="848" y="81"/>
                    <a:pt x="767" y="1"/>
                    <a:pt x="767" y="1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6"/>
            <p:cNvSpPr/>
            <p:nvPr/>
          </p:nvSpPr>
          <p:spPr>
            <a:xfrm>
              <a:off x="3245729" y="2042157"/>
              <a:ext cx="70131" cy="10679"/>
            </a:xfrm>
            <a:custGeom>
              <a:avLst/>
              <a:gdLst/>
              <a:ahLst/>
              <a:cxnLst/>
              <a:rect l="l" t="t" r="r" b="b"/>
              <a:pathLst>
                <a:path w="2259" h="344" extrusionOk="0">
                  <a:moveTo>
                    <a:pt x="162" y="1"/>
                  </a:moveTo>
                  <a:cubicBezTo>
                    <a:pt x="1" y="1"/>
                    <a:pt x="1" y="82"/>
                    <a:pt x="1" y="162"/>
                  </a:cubicBezTo>
                  <a:cubicBezTo>
                    <a:pt x="1" y="263"/>
                    <a:pt x="81" y="344"/>
                    <a:pt x="162" y="344"/>
                  </a:cubicBezTo>
                  <a:lnTo>
                    <a:pt x="2098" y="344"/>
                  </a:lnTo>
                  <a:cubicBezTo>
                    <a:pt x="2178" y="344"/>
                    <a:pt x="2259" y="263"/>
                    <a:pt x="2259" y="162"/>
                  </a:cubicBezTo>
                  <a:cubicBezTo>
                    <a:pt x="2259" y="82"/>
                    <a:pt x="2178" y="1"/>
                    <a:pt x="2098" y="1"/>
                  </a:cubicBezTo>
                  <a:close/>
                </a:path>
              </a:pathLst>
            </a:custGeom>
            <a:solidFill>
              <a:srgbClr val="C33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6"/>
            <p:cNvSpPr/>
            <p:nvPr/>
          </p:nvSpPr>
          <p:spPr>
            <a:xfrm>
              <a:off x="3380934" y="2144205"/>
              <a:ext cx="102076" cy="177143"/>
            </a:xfrm>
            <a:custGeom>
              <a:avLst/>
              <a:gdLst/>
              <a:ahLst/>
              <a:cxnLst/>
              <a:rect l="l" t="t" r="r" b="b"/>
              <a:pathLst>
                <a:path w="3288" h="5706" extrusionOk="0">
                  <a:moveTo>
                    <a:pt x="2440" y="0"/>
                  </a:moveTo>
                  <a:lnTo>
                    <a:pt x="2440" y="3024"/>
                  </a:lnTo>
                  <a:cubicBezTo>
                    <a:pt x="2440" y="3105"/>
                    <a:pt x="2360" y="3105"/>
                    <a:pt x="2279" y="3105"/>
                  </a:cubicBezTo>
                  <a:lnTo>
                    <a:pt x="1271" y="2097"/>
                  </a:lnTo>
                  <a:cubicBezTo>
                    <a:pt x="1120" y="1946"/>
                    <a:pt x="916" y="1856"/>
                    <a:pt x="708" y="1856"/>
                  </a:cubicBezTo>
                  <a:cubicBezTo>
                    <a:pt x="555" y="1856"/>
                    <a:pt x="400" y="1905"/>
                    <a:pt x="263" y="2016"/>
                  </a:cubicBezTo>
                  <a:cubicBezTo>
                    <a:pt x="1" y="2258"/>
                    <a:pt x="1" y="2762"/>
                    <a:pt x="263" y="3024"/>
                  </a:cubicBezTo>
                  <a:lnTo>
                    <a:pt x="1694" y="4355"/>
                  </a:lnTo>
                  <a:cubicBezTo>
                    <a:pt x="1856" y="4617"/>
                    <a:pt x="1936" y="4859"/>
                    <a:pt x="1936" y="5121"/>
                  </a:cubicBezTo>
                  <a:lnTo>
                    <a:pt x="1936" y="5706"/>
                  </a:lnTo>
                  <a:lnTo>
                    <a:pt x="3287" y="5706"/>
                  </a:lnTo>
                  <a:lnTo>
                    <a:pt x="3287" y="1089"/>
                  </a:lnTo>
                  <a:cubicBezTo>
                    <a:pt x="3206" y="81"/>
                    <a:pt x="2440" y="0"/>
                    <a:pt x="2440" y="0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3456686" y="2138555"/>
              <a:ext cx="41973" cy="182793"/>
            </a:xfrm>
            <a:custGeom>
              <a:avLst/>
              <a:gdLst/>
              <a:ahLst/>
              <a:cxnLst/>
              <a:rect l="l" t="t" r="r" b="b"/>
              <a:pathLst>
                <a:path w="1352" h="5888" extrusionOk="0">
                  <a:moveTo>
                    <a:pt x="0" y="1"/>
                  </a:moveTo>
                  <a:lnTo>
                    <a:pt x="0" y="182"/>
                  </a:lnTo>
                  <a:cubicBezTo>
                    <a:pt x="424" y="424"/>
                    <a:pt x="666" y="767"/>
                    <a:pt x="666" y="1271"/>
                  </a:cubicBezTo>
                  <a:lnTo>
                    <a:pt x="666" y="5888"/>
                  </a:lnTo>
                  <a:lnTo>
                    <a:pt x="1351" y="5888"/>
                  </a:lnTo>
                  <a:lnTo>
                    <a:pt x="1351" y="1271"/>
                  </a:lnTo>
                  <a:cubicBezTo>
                    <a:pt x="1351" y="585"/>
                    <a:pt x="847" y="1"/>
                    <a:pt x="162" y="1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3425392" y="2313188"/>
              <a:ext cx="67616" cy="88913"/>
            </a:xfrm>
            <a:custGeom>
              <a:avLst/>
              <a:gdLst/>
              <a:ahLst/>
              <a:cxnLst/>
              <a:rect l="l" t="t" r="r" b="b"/>
              <a:pathLst>
                <a:path w="2178" h="2864" extrusionOk="0">
                  <a:moveTo>
                    <a:pt x="262" y="1"/>
                  </a:moveTo>
                  <a:cubicBezTo>
                    <a:pt x="161" y="1"/>
                    <a:pt x="0" y="182"/>
                    <a:pt x="0" y="263"/>
                  </a:cubicBezTo>
                  <a:lnTo>
                    <a:pt x="0" y="2622"/>
                  </a:lnTo>
                  <a:cubicBezTo>
                    <a:pt x="0" y="2783"/>
                    <a:pt x="161" y="2864"/>
                    <a:pt x="262" y="2864"/>
                  </a:cubicBezTo>
                  <a:lnTo>
                    <a:pt x="1936" y="2864"/>
                  </a:lnTo>
                  <a:cubicBezTo>
                    <a:pt x="2097" y="2864"/>
                    <a:pt x="2178" y="2783"/>
                    <a:pt x="2178" y="2622"/>
                  </a:cubicBezTo>
                  <a:lnTo>
                    <a:pt x="2178" y="263"/>
                  </a:lnTo>
                  <a:cubicBezTo>
                    <a:pt x="2178" y="182"/>
                    <a:pt x="2097" y="1"/>
                    <a:pt x="1936" y="1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3482982" y="2313188"/>
              <a:ext cx="31324" cy="88913"/>
            </a:xfrm>
            <a:custGeom>
              <a:avLst/>
              <a:gdLst/>
              <a:ahLst/>
              <a:cxnLst/>
              <a:rect l="l" t="t" r="r" b="b"/>
              <a:pathLst>
                <a:path w="1009" h="2864" extrusionOk="0">
                  <a:moveTo>
                    <a:pt x="0" y="1"/>
                  </a:moveTo>
                  <a:cubicBezTo>
                    <a:pt x="161" y="1"/>
                    <a:pt x="242" y="182"/>
                    <a:pt x="242" y="263"/>
                  </a:cubicBezTo>
                  <a:lnTo>
                    <a:pt x="242" y="2622"/>
                  </a:lnTo>
                  <a:cubicBezTo>
                    <a:pt x="242" y="2783"/>
                    <a:pt x="161" y="2864"/>
                    <a:pt x="0" y="2864"/>
                  </a:cubicBezTo>
                  <a:lnTo>
                    <a:pt x="746" y="2864"/>
                  </a:lnTo>
                  <a:cubicBezTo>
                    <a:pt x="927" y="2864"/>
                    <a:pt x="1008" y="2783"/>
                    <a:pt x="1008" y="2622"/>
                  </a:cubicBezTo>
                  <a:lnTo>
                    <a:pt x="1008" y="263"/>
                  </a:lnTo>
                  <a:cubicBezTo>
                    <a:pt x="1008" y="182"/>
                    <a:pt x="927" y="1"/>
                    <a:pt x="746" y="1"/>
                  </a:cubicBezTo>
                  <a:close/>
                </a:path>
              </a:pathLst>
            </a:custGeom>
            <a:solidFill>
              <a:srgbClr val="E39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297;p39">
            <a:extLst>
              <a:ext uri="{FF2B5EF4-FFF2-40B4-BE49-F238E27FC236}">
                <a16:creationId xmlns:a16="http://schemas.microsoft.com/office/drawing/2014/main" id="{B44CD912-085A-5F4B-641E-BBFD17C1C352}"/>
              </a:ext>
            </a:extLst>
          </p:cNvPr>
          <p:cNvGrpSpPr/>
          <p:nvPr/>
        </p:nvGrpSpPr>
        <p:grpSpPr>
          <a:xfrm>
            <a:off x="4837194" y="1463248"/>
            <a:ext cx="374892" cy="234309"/>
            <a:chOff x="715709" y="2704397"/>
            <a:chExt cx="378106" cy="237901"/>
          </a:xfrm>
        </p:grpSpPr>
        <p:sp>
          <p:nvSpPr>
            <p:cNvPr id="3" name="Google Shape;1298;p39">
              <a:extLst>
                <a:ext uri="{FF2B5EF4-FFF2-40B4-BE49-F238E27FC236}">
                  <a16:creationId xmlns:a16="http://schemas.microsoft.com/office/drawing/2014/main" id="{AF10394D-1CF3-9A51-C019-AC5D32049244}"/>
                </a:ext>
              </a:extLst>
            </p:cNvPr>
            <p:cNvSpPr/>
            <p:nvPr/>
          </p:nvSpPr>
          <p:spPr>
            <a:xfrm>
              <a:off x="827753" y="2775150"/>
              <a:ext cx="83294" cy="38837"/>
            </a:xfrm>
            <a:custGeom>
              <a:avLst/>
              <a:gdLst/>
              <a:ahLst/>
              <a:cxnLst/>
              <a:rect l="l" t="t" r="r" b="b"/>
              <a:pathLst>
                <a:path w="2683" h="1251" extrusionOk="0">
                  <a:moveTo>
                    <a:pt x="585" y="0"/>
                  </a:moveTo>
                  <a:cubicBezTo>
                    <a:pt x="263" y="0"/>
                    <a:pt x="1" y="242"/>
                    <a:pt x="1" y="585"/>
                  </a:cubicBezTo>
                  <a:lnTo>
                    <a:pt x="1" y="665"/>
                  </a:lnTo>
                  <a:lnTo>
                    <a:pt x="2682" y="1250"/>
                  </a:lnTo>
                  <a:lnTo>
                    <a:pt x="2682" y="423"/>
                  </a:lnTo>
                  <a:cubicBezTo>
                    <a:pt x="2601" y="161"/>
                    <a:pt x="2360" y="0"/>
                    <a:pt x="2097" y="0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99;p39">
              <a:extLst>
                <a:ext uri="{FF2B5EF4-FFF2-40B4-BE49-F238E27FC236}">
                  <a16:creationId xmlns:a16="http://schemas.microsoft.com/office/drawing/2014/main" id="{DBDCB54F-55C1-A41B-1030-39BB3C79A242}"/>
                </a:ext>
              </a:extLst>
            </p:cNvPr>
            <p:cNvSpPr/>
            <p:nvPr/>
          </p:nvSpPr>
          <p:spPr>
            <a:xfrm>
              <a:off x="892856" y="2775150"/>
              <a:ext cx="41973" cy="36323"/>
            </a:xfrm>
            <a:custGeom>
              <a:avLst/>
              <a:gdLst/>
              <a:ahLst/>
              <a:cxnLst/>
              <a:rect l="l" t="t" r="r" b="b"/>
              <a:pathLst>
                <a:path w="1352" h="1170" extrusionOk="0">
                  <a:moveTo>
                    <a:pt x="0" y="0"/>
                  </a:moveTo>
                  <a:cubicBezTo>
                    <a:pt x="343" y="0"/>
                    <a:pt x="585" y="242"/>
                    <a:pt x="585" y="585"/>
                  </a:cubicBezTo>
                  <a:lnTo>
                    <a:pt x="585" y="1169"/>
                  </a:lnTo>
                  <a:lnTo>
                    <a:pt x="1351" y="665"/>
                  </a:lnTo>
                  <a:cubicBezTo>
                    <a:pt x="1271" y="665"/>
                    <a:pt x="1271" y="585"/>
                    <a:pt x="1271" y="504"/>
                  </a:cubicBezTo>
                  <a:lnTo>
                    <a:pt x="1271" y="423"/>
                  </a:lnTo>
                  <a:cubicBezTo>
                    <a:pt x="1190" y="161"/>
                    <a:pt x="928" y="0"/>
                    <a:pt x="686" y="0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0;p39">
              <a:extLst>
                <a:ext uri="{FF2B5EF4-FFF2-40B4-BE49-F238E27FC236}">
                  <a16:creationId xmlns:a16="http://schemas.microsoft.com/office/drawing/2014/main" id="{7EC64F29-C900-A3BF-F24C-A40D3AF371E8}"/>
                </a:ext>
              </a:extLst>
            </p:cNvPr>
            <p:cNvSpPr/>
            <p:nvPr/>
          </p:nvSpPr>
          <p:spPr>
            <a:xfrm>
              <a:off x="859047" y="2817062"/>
              <a:ext cx="114587" cy="78295"/>
            </a:xfrm>
            <a:custGeom>
              <a:avLst/>
              <a:gdLst/>
              <a:ahLst/>
              <a:cxnLst/>
              <a:rect l="l" t="t" r="r" b="b"/>
              <a:pathLst>
                <a:path w="3691" h="2522" extrusionOk="0">
                  <a:moveTo>
                    <a:pt x="1513" y="1"/>
                  </a:moveTo>
                  <a:lnTo>
                    <a:pt x="1" y="505"/>
                  </a:lnTo>
                  <a:lnTo>
                    <a:pt x="505" y="2521"/>
                  </a:lnTo>
                  <a:lnTo>
                    <a:pt x="2783" y="2521"/>
                  </a:lnTo>
                  <a:cubicBezTo>
                    <a:pt x="3025" y="2521"/>
                    <a:pt x="3186" y="2340"/>
                    <a:pt x="3186" y="2178"/>
                  </a:cubicBezTo>
                  <a:lnTo>
                    <a:pt x="3186" y="1755"/>
                  </a:lnTo>
                  <a:lnTo>
                    <a:pt x="3690" y="50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1;p39">
              <a:extLst>
                <a:ext uri="{FF2B5EF4-FFF2-40B4-BE49-F238E27FC236}">
                  <a16:creationId xmlns:a16="http://schemas.microsoft.com/office/drawing/2014/main" id="{8B75727E-1BDF-978A-3CB5-E88DABF271BA}"/>
                </a:ext>
              </a:extLst>
            </p:cNvPr>
            <p:cNvSpPr/>
            <p:nvPr/>
          </p:nvSpPr>
          <p:spPr>
            <a:xfrm>
              <a:off x="827753" y="2795796"/>
              <a:ext cx="88913" cy="33839"/>
            </a:xfrm>
            <a:custGeom>
              <a:avLst/>
              <a:gdLst/>
              <a:ahLst/>
              <a:cxnLst/>
              <a:rect l="l" t="t" r="r" b="b"/>
              <a:pathLst>
                <a:path w="2864" h="1090" extrusionOk="0">
                  <a:moveTo>
                    <a:pt x="1" y="0"/>
                  </a:moveTo>
                  <a:cubicBezTo>
                    <a:pt x="424" y="343"/>
                    <a:pt x="847" y="686"/>
                    <a:pt x="1089" y="1089"/>
                  </a:cubicBezTo>
                  <a:lnTo>
                    <a:pt x="2440" y="1089"/>
                  </a:lnTo>
                  <a:cubicBezTo>
                    <a:pt x="2440" y="1089"/>
                    <a:pt x="2864" y="847"/>
                    <a:pt x="2864" y="585"/>
                  </a:cubicBezTo>
                  <a:cubicBezTo>
                    <a:pt x="2864" y="263"/>
                    <a:pt x="2440" y="0"/>
                    <a:pt x="2440" y="0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02;p39">
              <a:extLst>
                <a:ext uri="{FF2B5EF4-FFF2-40B4-BE49-F238E27FC236}">
                  <a16:creationId xmlns:a16="http://schemas.microsoft.com/office/drawing/2014/main" id="{4E605E31-7BE6-3C2F-3D12-89086A94FC57}"/>
                </a:ext>
              </a:extLst>
            </p:cNvPr>
            <p:cNvSpPr/>
            <p:nvPr/>
          </p:nvSpPr>
          <p:spPr>
            <a:xfrm>
              <a:off x="905989" y="2795796"/>
              <a:ext cx="96426" cy="33839"/>
            </a:xfrm>
            <a:custGeom>
              <a:avLst/>
              <a:gdLst/>
              <a:ahLst/>
              <a:cxnLst/>
              <a:rect l="l" t="t" r="r" b="b"/>
              <a:pathLst>
                <a:path w="3106" h="1090" extrusionOk="0">
                  <a:moveTo>
                    <a:pt x="1" y="0"/>
                  </a:moveTo>
                  <a:lnTo>
                    <a:pt x="1" y="1089"/>
                  </a:lnTo>
                  <a:lnTo>
                    <a:pt x="2360" y="1089"/>
                  </a:lnTo>
                  <a:lnTo>
                    <a:pt x="3106" y="504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03;p39">
              <a:extLst>
                <a:ext uri="{FF2B5EF4-FFF2-40B4-BE49-F238E27FC236}">
                  <a16:creationId xmlns:a16="http://schemas.microsoft.com/office/drawing/2014/main" id="{1CA66F8F-B08C-C734-582E-FEDFB3E297D8}"/>
                </a:ext>
              </a:extLst>
            </p:cNvPr>
            <p:cNvSpPr/>
            <p:nvPr/>
          </p:nvSpPr>
          <p:spPr>
            <a:xfrm>
              <a:off x="957960" y="2803930"/>
              <a:ext cx="46971" cy="80779"/>
            </a:xfrm>
            <a:custGeom>
              <a:avLst/>
              <a:gdLst/>
              <a:ahLst/>
              <a:cxnLst/>
              <a:rect l="l" t="t" r="r" b="b"/>
              <a:pathLst>
                <a:path w="1513" h="2602" extrusionOk="0">
                  <a:moveTo>
                    <a:pt x="0" y="1"/>
                  </a:moveTo>
                  <a:lnTo>
                    <a:pt x="0" y="2601"/>
                  </a:lnTo>
                  <a:cubicBezTo>
                    <a:pt x="0" y="1513"/>
                    <a:pt x="605" y="585"/>
                    <a:pt x="1512" y="24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4;p39">
              <a:extLst>
                <a:ext uri="{FF2B5EF4-FFF2-40B4-BE49-F238E27FC236}">
                  <a16:creationId xmlns:a16="http://schemas.microsoft.com/office/drawing/2014/main" id="{AAA4AF4D-4442-95EC-B9A7-2D4B88AEBF5A}"/>
                </a:ext>
              </a:extLst>
            </p:cNvPr>
            <p:cNvSpPr/>
            <p:nvPr/>
          </p:nvSpPr>
          <p:spPr>
            <a:xfrm>
              <a:off x="798974" y="2819577"/>
              <a:ext cx="39458" cy="33839"/>
            </a:xfrm>
            <a:custGeom>
              <a:avLst/>
              <a:gdLst/>
              <a:ahLst/>
              <a:cxnLst/>
              <a:rect l="l" t="t" r="r" b="b"/>
              <a:pathLst>
                <a:path w="1271" h="1090" extrusionOk="0">
                  <a:moveTo>
                    <a:pt x="766" y="1"/>
                  </a:moveTo>
                  <a:lnTo>
                    <a:pt x="0" y="666"/>
                  </a:lnTo>
                  <a:lnTo>
                    <a:pt x="686" y="1089"/>
                  </a:lnTo>
                  <a:lnTo>
                    <a:pt x="1270" y="505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05;p39">
              <a:extLst>
                <a:ext uri="{FF2B5EF4-FFF2-40B4-BE49-F238E27FC236}">
                  <a16:creationId xmlns:a16="http://schemas.microsoft.com/office/drawing/2014/main" id="{64343DB1-160D-CBCB-BF29-C26E2A0A9B0E}"/>
                </a:ext>
              </a:extLst>
            </p:cNvPr>
            <p:cNvSpPr/>
            <p:nvPr/>
          </p:nvSpPr>
          <p:spPr>
            <a:xfrm>
              <a:off x="1020548" y="2759503"/>
              <a:ext cx="36944" cy="23191"/>
            </a:xfrm>
            <a:custGeom>
              <a:avLst/>
              <a:gdLst/>
              <a:ahLst/>
              <a:cxnLst/>
              <a:rect l="l" t="t" r="r" b="b"/>
              <a:pathLst>
                <a:path w="1190" h="747" extrusionOk="0">
                  <a:moveTo>
                    <a:pt x="0" y="0"/>
                  </a:moveTo>
                  <a:lnTo>
                    <a:pt x="182" y="746"/>
                  </a:lnTo>
                  <a:lnTo>
                    <a:pt x="767" y="746"/>
                  </a:lnTo>
                  <a:cubicBezTo>
                    <a:pt x="847" y="746"/>
                    <a:pt x="1008" y="665"/>
                    <a:pt x="1008" y="665"/>
                  </a:cubicBezTo>
                  <a:cubicBezTo>
                    <a:pt x="1109" y="585"/>
                    <a:pt x="1190" y="504"/>
                    <a:pt x="1190" y="343"/>
                  </a:cubicBezTo>
                  <a:cubicBezTo>
                    <a:pt x="1190" y="161"/>
                    <a:pt x="1008" y="0"/>
                    <a:pt x="767" y="0"/>
                  </a:cubicBezTo>
                  <a:close/>
                </a:path>
              </a:pathLst>
            </a:custGeom>
            <a:solidFill>
              <a:srgbClr val="FDB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06;p39">
              <a:extLst>
                <a:ext uri="{FF2B5EF4-FFF2-40B4-BE49-F238E27FC236}">
                  <a16:creationId xmlns:a16="http://schemas.microsoft.com/office/drawing/2014/main" id="{FB2BDFE0-606F-0FAF-009D-0E478AB6985D}"/>
                </a:ext>
              </a:extLst>
            </p:cNvPr>
            <p:cNvSpPr/>
            <p:nvPr/>
          </p:nvSpPr>
          <p:spPr>
            <a:xfrm>
              <a:off x="979226" y="2828953"/>
              <a:ext cx="101424" cy="110210"/>
            </a:xfrm>
            <a:custGeom>
              <a:avLst/>
              <a:gdLst/>
              <a:ahLst/>
              <a:cxnLst/>
              <a:rect l="l" t="t" r="r" b="b"/>
              <a:pathLst>
                <a:path w="3267" h="3550" extrusionOk="0">
                  <a:moveTo>
                    <a:pt x="1835" y="707"/>
                  </a:moveTo>
                  <a:cubicBezTo>
                    <a:pt x="2178" y="707"/>
                    <a:pt x="2440" y="787"/>
                    <a:pt x="2602" y="1029"/>
                  </a:cubicBezTo>
                  <a:cubicBezTo>
                    <a:pt x="2843" y="1211"/>
                    <a:pt x="2944" y="1453"/>
                    <a:pt x="2944" y="1795"/>
                  </a:cubicBezTo>
                  <a:cubicBezTo>
                    <a:pt x="2944" y="2037"/>
                    <a:pt x="2843" y="2380"/>
                    <a:pt x="2602" y="2541"/>
                  </a:cubicBezTo>
                  <a:cubicBezTo>
                    <a:pt x="2440" y="2803"/>
                    <a:pt x="2178" y="2884"/>
                    <a:pt x="1835" y="2884"/>
                  </a:cubicBezTo>
                  <a:cubicBezTo>
                    <a:pt x="1251" y="2884"/>
                    <a:pt x="747" y="2380"/>
                    <a:pt x="747" y="1795"/>
                  </a:cubicBezTo>
                  <a:cubicBezTo>
                    <a:pt x="747" y="1453"/>
                    <a:pt x="827" y="1211"/>
                    <a:pt x="1089" y="1029"/>
                  </a:cubicBezTo>
                  <a:cubicBezTo>
                    <a:pt x="1251" y="787"/>
                    <a:pt x="1513" y="707"/>
                    <a:pt x="1835" y="707"/>
                  </a:cubicBezTo>
                  <a:close/>
                  <a:moveTo>
                    <a:pt x="1471" y="0"/>
                  </a:moveTo>
                  <a:cubicBezTo>
                    <a:pt x="1413" y="0"/>
                    <a:pt x="1364" y="6"/>
                    <a:pt x="1331" y="21"/>
                  </a:cubicBezTo>
                  <a:cubicBezTo>
                    <a:pt x="1009" y="122"/>
                    <a:pt x="666" y="364"/>
                    <a:pt x="424" y="707"/>
                  </a:cubicBezTo>
                  <a:cubicBezTo>
                    <a:pt x="162" y="949"/>
                    <a:pt x="1" y="1372"/>
                    <a:pt x="1" y="1795"/>
                  </a:cubicBezTo>
                  <a:cubicBezTo>
                    <a:pt x="1" y="2642"/>
                    <a:pt x="666" y="3388"/>
                    <a:pt x="1513" y="3549"/>
                  </a:cubicBezTo>
                  <a:cubicBezTo>
                    <a:pt x="2017" y="3549"/>
                    <a:pt x="3267" y="2803"/>
                    <a:pt x="3267" y="1795"/>
                  </a:cubicBezTo>
                  <a:cubicBezTo>
                    <a:pt x="3267" y="787"/>
                    <a:pt x="2178" y="122"/>
                    <a:pt x="2178" y="122"/>
                  </a:cubicBezTo>
                  <a:cubicBezTo>
                    <a:pt x="2178" y="122"/>
                    <a:pt x="1733" y="0"/>
                    <a:pt x="1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07;p39">
              <a:extLst>
                <a:ext uri="{FF2B5EF4-FFF2-40B4-BE49-F238E27FC236}">
                  <a16:creationId xmlns:a16="http://schemas.microsoft.com/office/drawing/2014/main" id="{40AE27B0-5D62-E515-BFC0-85B13F9F7C74}"/>
                </a:ext>
              </a:extLst>
            </p:cNvPr>
            <p:cNvSpPr/>
            <p:nvPr/>
          </p:nvSpPr>
          <p:spPr>
            <a:xfrm>
              <a:off x="1026167" y="2827090"/>
              <a:ext cx="67647" cy="115208"/>
            </a:xfrm>
            <a:custGeom>
              <a:avLst/>
              <a:gdLst/>
              <a:ahLst/>
              <a:cxnLst/>
              <a:rect l="l" t="t" r="r" b="b"/>
              <a:pathLst>
                <a:path w="2179" h="3711" extrusionOk="0">
                  <a:moveTo>
                    <a:pt x="1" y="0"/>
                  </a:moveTo>
                  <a:cubicBezTo>
                    <a:pt x="323" y="81"/>
                    <a:pt x="666" y="263"/>
                    <a:pt x="928" y="505"/>
                  </a:cubicBezTo>
                  <a:cubicBezTo>
                    <a:pt x="1251" y="847"/>
                    <a:pt x="1432" y="1351"/>
                    <a:pt x="1432" y="1855"/>
                  </a:cubicBezTo>
                  <a:cubicBezTo>
                    <a:pt x="1432" y="2359"/>
                    <a:pt x="1251" y="2783"/>
                    <a:pt x="928" y="3105"/>
                  </a:cubicBezTo>
                  <a:cubicBezTo>
                    <a:pt x="666" y="3367"/>
                    <a:pt x="323" y="3529"/>
                    <a:pt x="1" y="3609"/>
                  </a:cubicBezTo>
                  <a:cubicBezTo>
                    <a:pt x="81" y="3710"/>
                    <a:pt x="243" y="3710"/>
                    <a:pt x="323" y="3710"/>
                  </a:cubicBezTo>
                  <a:cubicBezTo>
                    <a:pt x="827" y="3710"/>
                    <a:pt x="1331" y="3448"/>
                    <a:pt x="1674" y="3105"/>
                  </a:cubicBezTo>
                  <a:cubicBezTo>
                    <a:pt x="1936" y="2783"/>
                    <a:pt x="2178" y="2359"/>
                    <a:pt x="2178" y="1855"/>
                  </a:cubicBezTo>
                  <a:cubicBezTo>
                    <a:pt x="2178" y="1351"/>
                    <a:pt x="1936" y="847"/>
                    <a:pt x="1674" y="505"/>
                  </a:cubicBezTo>
                  <a:cubicBezTo>
                    <a:pt x="1331" y="263"/>
                    <a:pt x="827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08;p39">
              <a:extLst>
                <a:ext uri="{FF2B5EF4-FFF2-40B4-BE49-F238E27FC236}">
                  <a16:creationId xmlns:a16="http://schemas.microsoft.com/office/drawing/2014/main" id="{C2CB27C7-4BC7-2963-A059-259F89AB25F0}"/>
                </a:ext>
              </a:extLst>
            </p:cNvPr>
            <p:cNvSpPr/>
            <p:nvPr/>
          </p:nvSpPr>
          <p:spPr>
            <a:xfrm>
              <a:off x="715709" y="2828487"/>
              <a:ext cx="104560" cy="110675"/>
            </a:xfrm>
            <a:custGeom>
              <a:avLst/>
              <a:gdLst/>
              <a:ahLst/>
              <a:cxnLst/>
              <a:rect l="l" t="t" r="r" b="b"/>
              <a:pathLst>
                <a:path w="3368" h="3565" extrusionOk="0">
                  <a:moveTo>
                    <a:pt x="1856" y="722"/>
                  </a:moveTo>
                  <a:cubicBezTo>
                    <a:pt x="2178" y="722"/>
                    <a:pt x="2440" y="802"/>
                    <a:pt x="2602" y="1044"/>
                  </a:cubicBezTo>
                  <a:cubicBezTo>
                    <a:pt x="2864" y="1226"/>
                    <a:pt x="2944" y="1468"/>
                    <a:pt x="2944" y="1810"/>
                  </a:cubicBezTo>
                  <a:cubicBezTo>
                    <a:pt x="2944" y="2052"/>
                    <a:pt x="2864" y="2395"/>
                    <a:pt x="2602" y="2556"/>
                  </a:cubicBezTo>
                  <a:cubicBezTo>
                    <a:pt x="2440" y="2818"/>
                    <a:pt x="2178" y="2899"/>
                    <a:pt x="1856" y="2899"/>
                  </a:cubicBezTo>
                  <a:cubicBezTo>
                    <a:pt x="1251" y="2899"/>
                    <a:pt x="747" y="2395"/>
                    <a:pt x="747" y="1810"/>
                  </a:cubicBezTo>
                  <a:cubicBezTo>
                    <a:pt x="747" y="1468"/>
                    <a:pt x="847" y="1226"/>
                    <a:pt x="1089" y="1044"/>
                  </a:cubicBezTo>
                  <a:cubicBezTo>
                    <a:pt x="1251" y="802"/>
                    <a:pt x="1513" y="722"/>
                    <a:pt x="1856" y="722"/>
                  </a:cubicBezTo>
                  <a:close/>
                  <a:moveTo>
                    <a:pt x="1679" y="0"/>
                  </a:moveTo>
                  <a:cubicBezTo>
                    <a:pt x="1605" y="0"/>
                    <a:pt x="1540" y="9"/>
                    <a:pt x="1513" y="36"/>
                  </a:cubicBezTo>
                  <a:cubicBezTo>
                    <a:pt x="1089" y="137"/>
                    <a:pt x="666" y="298"/>
                    <a:pt x="424" y="641"/>
                  </a:cubicBezTo>
                  <a:cubicBezTo>
                    <a:pt x="162" y="964"/>
                    <a:pt x="1" y="1387"/>
                    <a:pt x="1" y="1810"/>
                  </a:cubicBezTo>
                  <a:cubicBezTo>
                    <a:pt x="1" y="2657"/>
                    <a:pt x="666" y="3403"/>
                    <a:pt x="1513" y="3564"/>
                  </a:cubicBezTo>
                  <a:cubicBezTo>
                    <a:pt x="2017" y="3564"/>
                    <a:pt x="3368" y="2818"/>
                    <a:pt x="3368" y="1810"/>
                  </a:cubicBezTo>
                  <a:cubicBezTo>
                    <a:pt x="3368" y="802"/>
                    <a:pt x="2944" y="379"/>
                    <a:pt x="2017" y="36"/>
                  </a:cubicBezTo>
                  <a:cubicBezTo>
                    <a:pt x="2017" y="36"/>
                    <a:pt x="1829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09;p39">
              <a:extLst>
                <a:ext uri="{FF2B5EF4-FFF2-40B4-BE49-F238E27FC236}">
                  <a16:creationId xmlns:a16="http://schemas.microsoft.com/office/drawing/2014/main" id="{29EA7383-2F59-DFAC-EA7D-093292B7BA94}"/>
                </a:ext>
              </a:extLst>
            </p:cNvPr>
            <p:cNvSpPr/>
            <p:nvPr/>
          </p:nvSpPr>
          <p:spPr>
            <a:xfrm>
              <a:off x="762650" y="2827090"/>
              <a:ext cx="67647" cy="115208"/>
            </a:xfrm>
            <a:custGeom>
              <a:avLst/>
              <a:gdLst/>
              <a:ahLst/>
              <a:cxnLst/>
              <a:rect l="l" t="t" r="r" b="b"/>
              <a:pathLst>
                <a:path w="2179" h="3711" extrusionOk="0">
                  <a:moveTo>
                    <a:pt x="1" y="0"/>
                  </a:moveTo>
                  <a:cubicBezTo>
                    <a:pt x="344" y="81"/>
                    <a:pt x="666" y="263"/>
                    <a:pt x="928" y="505"/>
                  </a:cubicBezTo>
                  <a:cubicBezTo>
                    <a:pt x="1251" y="847"/>
                    <a:pt x="1432" y="1351"/>
                    <a:pt x="1432" y="1855"/>
                  </a:cubicBezTo>
                  <a:cubicBezTo>
                    <a:pt x="1432" y="2359"/>
                    <a:pt x="1251" y="2783"/>
                    <a:pt x="928" y="3105"/>
                  </a:cubicBezTo>
                  <a:cubicBezTo>
                    <a:pt x="666" y="3367"/>
                    <a:pt x="344" y="3529"/>
                    <a:pt x="1" y="3609"/>
                  </a:cubicBezTo>
                  <a:cubicBezTo>
                    <a:pt x="81" y="3710"/>
                    <a:pt x="243" y="3710"/>
                    <a:pt x="344" y="3710"/>
                  </a:cubicBezTo>
                  <a:cubicBezTo>
                    <a:pt x="848" y="3710"/>
                    <a:pt x="1352" y="3448"/>
                    <a:pt x="1674" y="3105"/>
                  </a:cubicBezTo>
                  <a:cubicBezTo>
                    <a:pt x="1936" y="2783"/>
                    <a:pt x="2178" y="2359"/>
                    <a:pt x="2178" y="1855"/>
                  </a:cubicBezTo>
                  <a:cubicBezTo>
                    <a:pt x="2178" y="1351"/>
                    <a:pt x="1936" y="847"/>
                    <a:pt x="1674" y="505"/>
                  </a:cubicBezTo>
                  <a:cubicBezTo>
                    <a:pt x="1352" y="263"/>
                    <a:pt x="848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10;p39">
              <a:extLst>
                <a:ext uri="{FF2B5EF4-FFF2-40B4-BE49-F238E27FC236}">
                  <a16:creationId xmlns:a16="http://schemas.microsoft.com/office/drawing/2014/main" id="{9DD9A438-94AB-A3BF-5673-24532FF54529}"/>
                </a:ext>
              </a:extLst>
            </p:cNvPr>
            <p:cNvSpPr/>
            <p:nvPr/>
          </p:nvSpPr>
          <p:spPr>
            <a:xfrm>
              <a:off x="773299" y="2874031"/>
              <a:ext cx="88292" cy="21328"/>
            </a:xfrm>
            <a:custGeom>
              <a:avLst/>
              <a:gdLst/>
              <a:ahLst/>
              <a:cxnLst/>
              <a:rect l="l" t="t" r="r" b="b"/>
              <a:pathLst>
                <a:path w="2844" h="687" extrusionOk="0">
                  <a:moveTo>
                    <a:pt x="1" y="1"/>
                  </a:moveTo>
                  <a:lnTo>
                    <a:pt x="1" y="686"/>
                  </a:lnTo>
                  <a:lnTo>
                    <a:pt x="2601" y="686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FB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11;p39">
              <a:extLst>
                <a:ext uri="{FF2B5EF4-FFF2-40B4-BE49-F238E27FC236}">
                  <a16:creationId xmlns:a16="http://schemas.microsoft.com/office/drawing/2014/main" id="{6B1258D5-9C96-D0A4-88D6-E13647F4AD25}"/>
                </a:ext>
              </a:extLst>
            </p:cNvPr>
            <p:cNvSpPr/>
            <p:nvPr/>
          </p:nvSpPr>
          <p:spPr>
            <a:xfrm>
              <a:off x="929770" y="2766985"/>
              <a:ext cx="90807" cy="44487"/>
            </a:xfrm>
            <a:custGeom>
              <a:avLst/>
              <a:gdLst/>
              <a:ahLst/>
              <a:cxnLst/>
              <a:rect l="l" t="t" r="r" b="b"/>
              <a:pathLst>
                <a:path w="2925" h="1433" extrusionOk="0">
                  <a:moveTo>
                    <a:pt x="747" y="1"/>
                  </a:moveTo>
                  <a:cubicBezTo>
                    <a:pt x="324" y="1"/>
                    <a:pt x="1" y="424"/>
                    <a:pt x="82" y="848"/>
                  </a:cubicBezTo>
                  <a:cubicBezTo>
                    <a:pt x="162" y="1191"/>
                    <a:pt x="404" y="1432"/>
                    <a:pt x="747" y="1432"/>
                  </a:cubicBezTo>
                  <a:lnTo>
                    <a:pt x="2924" y="1432"/>
                  </a:lnTo>
                  <a:lnTo>
                    <a:pt x="26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12;p39">
              <a:extLst>
                <a:ext uri="{FF2B5EF4-FFF2-40B4-BE49-F238E27FC236}">
                  <a16:creationId xmlns:a16="http://schemas.microsoft.com/office/drawing/2014/main" id="{ED88360D-E1AA-76B8-D867-AF857B7C8B51}"/>
                </a:ext>
              </a:extLst>
            </p:cNvPr>
            <p:cNvSpPr/>
            <p:nvPr/>
          </p:nvSpPr>
          <p:spPr>
            <a:xfrm>
              <a:off x="738869" y="2782663"/>
              <a:ext cx="135853" cy="112693"/>
            </a:xfrm>
            <a:custGeom>
              <a:avLst/>
              <a:gdLst/>
              <a:ahLst/>
              <a:cxnLst/>
              <a:rect l="l" t="t" r="r" b="b"/>
              <a:pathLst>
                <a:path w="4376" h="3630" extrusionOk="0">
                  <a:moveTo>
                    <a:pt x="263" y="0"/>
                  </a:moveTo>
                  <a:cubicBezTo>
                    <a:pt x="182" y="0"/>
                    <a:pt x="1" y="101"/>
                    <a:pt x="1" y="262"/>
                  </a:cubicBezTo>
                  <a:cubicBezTo>
                    <a:pt x="1" y="504"/>
                    <a:pt x="263" y="686"/>
                    <a:pt x="505" y="686"/>
                  </a:cubicBezTo>
                  <a:lnTo>
                    <a:pt x="1110" y="686"/>
                  </a:lnTo>
                  <a:cubicBezTo>
                    <a:pt x="2521" y="686"/>
                    <a:pt x="3710" y="1855"/>
                    <a:pt x="3710" y="3286"/>
                  </a:cubicBezTo>
                  <a:lnTo>
                    <a:pt x="3710" y="3629"/>
                  </a:lnTo>
                  <a:lnTo>
                    <a:pt x="4376" y="3629"/>
                  </a:lnTo>
                  <a:lnTo>
                    <a:pt x="4376" y="3286"/>
                  </a:lnTo>
                  <a:cubicBezTo>
                    <a:pt x="4376" y="1431"/>
                    <a:pt x="2944" y="0"/>
                    <a:pt x="1110" y="0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13;p39">
              <a:extLst>
                <a:ext uri="{FF2B5EF4-FFF2-40B4-BE49-F238E27FC236}">
                  <a16:creationId xmlns:a16="http://schemas.microsoft.com/office/drawing/2014/main" id="{1AE59E98-13E7-3C12-6DB0-71A790F11E17}"/>
                </a:ext>
              </a:extLst>
            </p:cNvPr>
            <p:cNvSpPr/>
            <p:nvPr/>
          </p:nvSpPr>
          <p:spPr>
            <a:xfrm>
              <a:off x="950446" y="2798310"/>
              <a:ext cx="132717" cy="91396"/>
            </a:xfrm>
            <a:custGeom>
              <a:avLst/>
              <a:gdLst/>
              <a:ahLst/>
              <a:cxnLst/>
              <a:rect l="l" t="t" r="r" b="b"/>
              <a:pathLst>
                <a:path w="4275" h="2944" extrusionOk="0">
                  <a:moveTo>
                    <a:pt x="2762" y="0"/>
                  </a:moveTo>
                  <a:cubicBezTo>
                    <a:pt x="1250" y="0"/>
                    <a:pt x="0" y="1270"/>
                    <a:pt x="0" y="2782"/>
                  </a:cubicBezTo>
                  <a:cubicBezTo>
                    <a:pt x="0" y="2863"/>
                    <a:pt x="81" y="2944"/>
                    <a:pt x="242" y="2944"/>
                  </a:cubicBezTo>
                  <a:cubicBezTo>
                    <a:pt x="343" y="2944"/>
                    <a:pt x="424" y="2863"/>
                    <a:pt x="424" y="2782"/>
                  </a:cubicBezTo>
                  <a:cubicBezTo>
                    <a:pt x="424" y="1432"/>
                    <a:pt x="1432" y="423"/>
                    <a:pt x="2762" y="423"/>
                  </a:cubicBezTo>
                  <a:cubicBezTo>
                    <a:pt x="3186" y="423"/>
                    <a:pt x="3609" y="504"/>
                    <a:pt x="4033" y="686"/>
                  </a:cubicBezTo>
                  <a:cubicBezTo>
                    <a:pt x="4073" y="726"/>
                    <a:pt x="4113" y="746"/>
                    <a:pt x="4154" y="746"/>
                  </a:cubicBezTo>
                  <a:cubicBezTo>
                    <a:pt x="4194" y="746"/>
                    <a:pt x="4234" y="726"/>
                    <a:pt x="4275" y="686"/>
                  </a:cubicBezTo>
                  <a:cubicBezTo>
                    <a:pt x="4275" y="605"/>
                    <a:pt x="4275" y="423"/>
                    <a:pt x="4194" y="423"/>
                  </a:cubicBezTo>
                  <a:cubicBezTo>
                    <a:pt x="3770" y="182"/>
                    <a:pt x="3266" y="0"/>
                    <a:pt x="2762" y="0"/>
                  </a:cubicBezTo>
                  <a:close/>
                </a:path>
              </a:pathLst>
            </a:custGeom>
            <a:solidFill>
              <a:srgbClr val="FC5C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14;p39">
              <a:extLst>
                <a:ext uri="{FF2B5EF4-FFF2-40B4-BE49-F238E27FC236}">
                  <a16:creationId xmlns:a16="http://schemas.microsoft.com/office/drawing/2014/main" id="{9690EB62-A8C9-D234-4560-7B441BF19EAB}"/>
                </a:ext>
              </a:extLst>
            </p:cNvPr>
            <p:cNvSpPr/>
            <p:nvPr/>
          </p:nvSpPr>
          <p:spPr>
            <a:xfrm>
              <a:off x="900990" y="2848356"/>
              <a:ext cx="10059" cy="31355"/>
            </a:xfrm>
            <a:custGeom>
              <a:avLst/>
              <a:gdLst/>
              <a:ahLst/>
              <a:cxnLst/>
              <a:rect l="l" t="t" r="r" b="b"/>
              <a:pathLst>
                <a:path w="324" h="1010" extrusionOk="0">
                  <a:moveTo>
                    <a:pt x="162" y="1"/>
                  </a:moveTo>
                  <a:cubicBezTo>
                    <a:pt x="1" y="1"/>
                    <a:pt x="1" y="82"/>
                    <a:pt x="1" y="162"/>
                  </a:cubicBezTo>
                  <a:lnTo>
                    <a:pt x="1" y="747"/>
                  </a:lnTo>
                  <a:cubicBezTo>
                    <a:pt x="1" y="828"/>
                    <a:pt x="1" y="1009"/>
                    <a:pt x="162" y="1009"/>
                  </a:cubicBezTo>
                  <a:cubicBezTo>
                    <a:pt x="242" y="1009"/>
                    <a:pt x="323" y="908"/>
                    <a:pt x="323" y="747"/>
                  </a:cubicBezTo>
                  <a:lnTo>
                    <a:pt x="323" y="162"/>
                  </a:lnTo>
                  <a:cubicBezTo>
                    <a:pt x="323" y="82"/>
                    <a:pt x="242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15;p39">
              <a:extLst>
                <a:ext uri="{FF2B5EF4-FFF2-40B4-BE49-F238E27FC236}">
                  <a16:creationId xmlns:a16="http://schemas.microsoft.com/office/drawing/2014/main" id="{501F61A1-1FC8-EF81-D4F7-8D2BABBEDE5E}"/>
                </a:ext>
              </a:extLst>
            </p:cNvPr>
            <p:cNvSpPr/>
            <p:nvPr/>
          </p:nvSpPr>
          <p:spPr>
            <a:xfrm>
              <a:off x="921636" y="2848356"/>
              <a:ext cx="10679" cy="31355"/>
            </a:xfrm>
            <a:custGeom>
              <a:avLst/>
              <a:gdLst/>
              <a:ahLst/>
              <a:cxnLst/>
              <a:rect l="l" t="t" r="r" b="b"/>
              <a:pathLst>
                <a:path w="344" h="1010" extrusionOk="0">
                  <a:moveTo>
                    <a:pt x="162" y="1"/>
                  </a:moveTo>
                  <a:cubicBezTo>
                    <a:pt x="81" y="1"/>
                    <a:pt x="1" y="82"/>
                    <a:pt x="1" y="162"/>
                  </a:cubicBezTo>
                  <a:lnTo>
                    <a:pt x="1" y="747"/>
                  </a:lnTo>
                  <a:cubicBezTo>
                    <a:pt x="1" y="828"/>
                    <a:pt x="81" y="1009"/>
                    <a:pt x="162" y="1009"/>
                  </a:cubicBezTo>
                  <a:cubicBezTo>
                    <a:pt x="263" y="1009"/>
                    <a:pt x="344" y="908"/>
                    <a:pt x="344" y="747"/>
                  </a:cubicBezTo>
                  <a:lnTo>
                    <a:pt x="344" y="162"/>
                  </a:lnTo>
                  <a:cubicBezTo>
                    <a:pt x="344" y="82"/>
                    <a:pt x="263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16;p39">
              <a:extLst>
                <a:ext uri="{FF2B5EF4-FFF2-40B4-BE49-F238E27FC236}">
                  <a16:creationId xmlns:a16="http://schemas.microsoft.com/office/drawing/2014/main" id="{C95E82FA-B9E8-92E0-45DF-89CD6A451E8E}"/>
                </a:ext>
              </a:extLst>
            </p:cNvPr>
            <p:cNvSpPr/>
            <p:nvPr/>
          </p:nvSpPr>
          <p:spPr>
            <a:xfrm>
              <a:off x="728872" y="2741341"/>
              <a:ext cx="31324" cy="41352"/>
            </a:xfrm>
            <a:custGeom>
              <a:avLst/>
              <a:gdLst/>
              <a:ahLst/>
              <a:cxnLst/>
              <a:rect l="l" t="t" r="r" b="b"/>
              <a:pathLst>
                <a:path w="1009" h="1332" extrusionOk="0">
                  <a:moveTo>
                    <a:pt x="1008" y="0"/>
                  </a:moveTo>
                  <a:lnTo>
                    <a:pt x="0" y="242"/>
                  </a:lnTo>
                  <a:lnTo>
                    <a:pt x="0" y="1089"/>
                  </a:lnTo>
                  <a:cubicBezTo>
                    <a:pt x="0" y="1170"/>
                    <a:pt x="81" y="1331"/>
                    <a:pt x="242" y="1331"/>
                  </a:cubicBezTo>
                  <a:lnTo>
                    <a:pt x="746" y="1331"/>
                  </a:lnTo>
                  <a:cubicBezTo>
                    <a:pt x="928" y="1331"/>
                    <a:pt x="1008" y="1170"/>
                    <a:pt x="1008" y="1089"/>
                  </a:cubicBezTo>
                  <a:lnTo>
                    <a:pt x="1008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17;p39">
              <a:extLst>
                <a:ext uri="{FF2B5EF4-FFF2-40B4-BE49-F238E27FC236}">
                  <a16:creationId xmlns:a16="http://schemas.microsoft.com/office/drawing/2014/main" id="{B8664183-5B68-1363-C7A8-88EFE2933B06}"/>
                </a:ext>
              </a:extLst>
            </p:cNvPr>
            <p:cNvSpPr/>
            <p:nvPr/>
          </p:nvSpPr>
          <p:spPr>
            <a:xfrm>
              <a:off x="749518" y="2741341"/>
              <a:ext cx="31324" cy="41352"/>
            </a:xfrm>
            <a:custGeom>
              <a:avLst/>
              <a:gdLst/>
              <a:ahLst/>
              <a:cxnLst/>
              <a:rect l="l" t="t" r="r" b="b"/>
              <a:pathLst>
                <a:path w="1009" h="1332" extrusionOk="0">
                  <a:moveTo>
                    <a:pt x="263" y="0"/>
                  </a:moveTo>
                  <a:lnTo>
                    <a:pt x="263" y="1089"/>
                  </a:lnTo>
                  <a:cubicBezTo>
                    <a:pt x="263" y="1170"/>
                    <a:pt x="162" y="1331"/>
                    <a:pt x="0" y="1331"/>
                  </a:cubicBezTo>
                  <a:lnTo>
                    <a:pt x="767" y="1331"/>
                  </a:lnTo>
                  <a:cubicBezTo>
                    <a:pt x="928" y="1331"/>
                    <a:pt x="1008" y="1170"/>
                    <a:pt x="1008" y="1089"/>
                  </a:cubicBezTo>
                  <a:lnTo>
                    <a:pt x="1008" y="2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18;p39">
              <a:extLst>
                <a:ext uri="{FF2B5EF4-FFF2-40B4-BE49-F238E27FC236}">
                  <a16:creationId xmlns:a16="http://schemas.microsoft.com/office/drawing/2014/main" id="{0CC94F04-693F-D9DB-A5EB-AF42FB121215}"/>
                </a:ext>
              </a:extLst>
            </p:cNvPr>
            <p:cNvSpPr/>
            <p:nvPr/>
          </p:nvSpPr>
          <p:spPr>
            <a:xfrm>
              <a:off x="715709" y="2725694"/>
              <a:ext cx="54484" cy="23191"/>
            </a:xfrm>
            <a:custGeom>
              <a:avLst/>
              <a:gdLst/>
              <a:ahLst/>
              <a:cxnLst/>
              <a:rect l="l" t="t" r="r" b="b"/>
              <a:pathLst>
                <a:path w="1755" h="747" extrusionOk="0">
                  <a:moveTo>
                    <a:pt x="243" y="0"/>
                  </a:moveTo>
                  <a:cubicBezTo>
                    <a:pt x="162" y="0"/>
                    <a:pt x="1" y="162"/>
                    <a:pt x="1" y="242"/>
                  </a:cubicBezTo>
                  <a:lnTo>
                    <a:pt x="1" y="504"/>
                  </a:lnTo>
                  <a:cubicBezTo>
                    <a:pt x="1" y="666"/>
                    <a:pt x="162" y="746"/>
                    <a:pt x="243" y="746"/>
                  </a:cubicBezTo>
                  <a:lnTo>
                    <a:pt x="1513" y="746"/>
                  </a:lnTo>
                  <a:cubicBezTo>
                    <a:pt x="1674" y="746"/>
                    <a:pt x="1755" y="666"/>
                    <a:pt x="1755" y="504"/>
                  </a:cubicBezTo>
                  <a:lnTo>
                    <a:pt x="1755" y="242"/>
                  </a:lnTo>
                  <a:cubicBezTo>
                    <a:pt x="1755" y="162"/>
                    <a:pt x="1674" y="0"/>
                    <a:pt x="1513" y="0"/>
                  </a:cubicBez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19;p39">
              <a:extLst>
                <a:ext uri="{FF2B5EF4-FFF2-40B4-BE49-F238E27FC236}">
                  <a16:creationId xmlns:a16="http://schemas.microsoft.com/office/drawing/2014/main" id="{4BD5B604-383A-60EE-A55C-C536CCD59910}"/>
                </a:ext>
              </a:extLst>
            </p:cNvPr>
            <p:cNvSpPr/>
            <p:nvPr/>
          </p:nvSpPr>
          <p:spPr>
            <a:xfrm>
              <a:off x="762650" y="2725694"/>
              <a:ext cx="28841" cy="23191"/>
            </a:xfrm>
            <a:custGeom>
              <a:avLst/>
              <a:gdLst/>
              <a:ahLst/>
              <a:cxnLst/>
              <a:rect l="l" t="t" r="r" b="b"/>
              <a:pathLst>
                <a:path w="929" h="747" extrusionOk="0">
                  <a:moveTo>
                    <a:pt x="1" y="0"/>
                  </a:moveTo>
                  <a:cubicBezTo>
                    <a:pt x="81" y="0"/>
                    <a:pt x="243" y="162"/>
                    <a:pt x="243" y="242"/>
                  </a:cubicBezTo>
                  <a:lnTo>
                    <a:pt x="243" y="504"/>
                  </a:lnTo>
                  <a:cubicBezTo>
                    <a:pt x="243" y="666"/>
                    <a:pt x="81" y="746"/>
                    <a:pt x="1" y="746"/>
                  </a:cubicBezTo>
                  <a:lnTo>
                    <a:pt x="666" y="746"/>
                  </a:lnTo>
                  <a:cubicBezTo>
                    <a:pt x="848" y="746"/>
                    <a:pt x="928" y="666"/>
                    <a:pt x="928" y="504"/>
                  </a:cubicBezTo>
                  <a:lnTo>
                    <a:pt x="928" y="242"/>
                  </a:lnTo>
                  <a:cubicBezTo>
                    <a:pt x="928" y="162"/>
                    <a:pt x="848" y="0"/>
                    <a:pt x="666" y="0"/>
                  </a:cubicBezTo>
                  <a:close/>
                </a:path>
              </a:pathLst>
            </a:custGeom>
            <a:solidFill>
              <a:srgbClr val="2A2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20;p39">
              <a:extLst>
                <a:ext uri="{FF2B5EF4-FFF2-40B4-BE49-F238E27FC236}">
                  <a16:creationId xmlns:a16="http://schemas.microsoft.com/office/drawing/2014/main" id="{4FB4E705-B093-320F-97CD-2103FD17591B}"/>
                </a:ext>
              </a:extLst>
            </p:cNvPr>
            <p:cNvSpPr/>
            <p:nvPr/>
          </p:nvSpPr>
          <p:spPr>
            <a:xfrm>
              <a:off x="762650" y="2874031"/>
              <a:ext cx="20707" cy="21328"/>
            </a:xfrm>
            <a:custGeom>
              <a:avLst/>
              <a:gdLst/>
              <a:ahLst/>
              <a:cxnLst/>
              <a:rect l="l" t="t" r="r" b="b"/>
              <a:pathLst>
                <a:path w="667" h="687" extrusionOk="0">
                  <a:moveTo>
                    <a:pt x="344" y="1"/>
                  </a:moveTo>
                  <a:cubicBezTo>
                    <a:pt x="162" y="1"/>
                    <a:pt x="1" y="81"/>
                    <a:pt x="1" y="343"/>
                  </a:cubicBezTo>
                  <a:cubicBezTo>
                    <a:pt x="1" y="505"/>
                    <a:pt x="162" y="686"/>
                    <a:pt x="344" y="686"/>
                  </a:cubicBezTo>
                  <a:cubicBezTo>
                    <a:pt x="505" y="686"/>
                    <a:pt x="666" y="505"/>
                    <a:pt x="666" y="343"/>
                  </a:cubicBezTo>
                  <a:cubicBezTo>
                    <a:pt x="666" y="81"/>
                    <a:pt x="505" y="1"/>
                    <a:pt x="344" y="1"/>
                  </a:cubicBezTo>
                  <a:close/>
                </a:path>
              </a:pathLst>
            </a:custGeom>
            <a:solidFill>
              <a:srgbClr val="FACD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21;p39">
              <a:extLst>
                <a:ext uri="{FF2B5EF4-FFF2-40B4-BE49-F238E27FC236}">
                  <a16:creationId xmlns:a16="http://schemas.microsoft.com/office/drawing/2014/main" id="{B379904D-5980-FE8E-2556-E4F1F28AA5FD}"/>
                </a:ext>
              </a:extLst>
            </p:cNvPr>
            <p:cNvSpPr/>
            <p:nvPr/>
          </p:nvSpPr>
          <p:spPr>
            <a:xfrm>
              <a:off x="955445" y="2704397"/>
              <a:ext cx="93911" cy="190958"/>
            </a:xfrm>
            <a:custGeom>
              <a:avLst/>
              <a:gdLst/>
              <a:ahLst/>
              <a:cxnLst/>
              <a:rect l="l" t="t" r="r" b="b"/>
              <a:pathLst>
                <a:path w="3025" h="6151" extrusionOk="0">
                  <a:moveTo>
                    <a:pt x="424" y="1"/>
                  </a:moveTo>
                  <a:cubicBezTo>
                    <a:pt x="182" y="1"/>
                    <a:pt x="1" y="182"/>
                    <a:pt x="81" y="424"/>
                  </a:cubicBezTo>
                  <a:cubicBezTo>
                    <a:pt x="81" y="606"/>
                    <a:pt x="263" y="686"/>
                    <a:pt x="424" y="686"/>
                  </a:cubicBezTo>
                  <a:lnTo>
                    <a:pt x="1351" y="686"/>
                  </a:lnTo>
                  <a:cubicBezTo>
                    <a:pt x="1432" y="686"/>
                    <a:pt x="1513" y="767"/>
                    <a:pt x="1513" y="848"/>
                  </a:cubicBezTo>
                  <a:lnTo>
                    <a:pt x="2279" y="5888"/>
                  </a:lnTo>
                  <a:cubicBezTo>
                    <a:pt x="2279" y="6049"/>
                    <a:pt x="2440" y="6150"/>
                    <a:pt x="2601" y="6150"/>
                  </a:cubicBezTo>
                  <a:lnTo>
                    <a:pt x="2702" y="6150"/>
                  </a:lnTo>
                  <a:cubicBezTo>
                    <a:pt x="2864" y="6150"/>
                    <a:pt x="3025" y="5969"/>
                    <a:pt x="2944" y="5727"/>
                  </a:cubicBezTo>
                  <a:lnTo>
                    <a:pt x="2279" y="686"/>
                  </a:lnTo>
                  <a:cubicBezTo>
                    <a:pt x="2198" y="263"/>
                    <a:pt x="1775" y="1"/>
                    <a:pt x="1351" y="1"/>
                  </a:cubicBezTo>
                  <a:close/>
                </a:path>
              </a:pathLst>
            </a:custGeom>
            <a:solidFill>
              <a:srgbClr val="9C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41"/>
          <p:cNvSpPr txBox="1">
            <a:spLocks noGrp="1"/>
          </p:cNvSpPr>
          <p:nvPr>
            <p:ph type="title"/>
          </p:nvPr>
        </p:nvSpPr>
        <p:spPr>
          <a:xfrm>
            <a:off x="5234832" y="286832"/>
            <a:ext cx="2313218" cy="17514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accent3">
                    <a:lumMod val="75000"/>
                  </a:schemeClr>
                </a:solidFill>
              </a:rPr>
              <a:t>Thank You</a:t>
            </a:r>
            <a:endParaRPr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33" name="Google Shape;1333;p41"/>
          <p:cNvSpPr txBox="1">
            <a:spLocks noGrp="1"/>
          </p:cNvSpPr>
          <p:nvPr>
            <p:ph type="subTitle" idx="1"/>
          </p:nvPr>
        </p:nvSpPr>
        <p:spPr>
          <a:xfrm>
            <a:off x="530028" y="1597306"/>
            <a:ext cx="4041972" cy="2070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Bureau of Labor Statistics (BLS)</a:t>
            </a:r>
            <a:br>
              <a:rPr lang="en-US" dirty="0"/>
            </a:br>
            <a:r>
              <a:rPr lang="en-US" i="1" dirty="0"/>
              <a:t>Consumer Price Index for New Vehicles (CUUR0000SETA01)</a:t>
            </a:r>
            <a:br>
              <a:rPr lang="en-US" dirty="0"/>
            </a:br>
            <a:r>
              <a:rPr lang="en-US" dirty="0">
                <a:hlinkClick r:id="rId3"/>
              </a:rPr>
              <a:t>https://www.bls.gov/cpi/</a:t>
            </a:r>
            <a:endParaRPr lang="en-US" dirty="0"/>
          </a:p>
          <a:p>
            <a:r>
              <a:rPr lang="en-US" b="1" dirty="0"/>
              <a:t>U.S. Energy Information Administration (EIA)</a:t>
            </a:r>
            <a:br>
              <a:rPr lang="en-US" dirty="0"/>
            </a:br>
            <a:r>
              <a:rPr lang="en-US" i="1" dirty="0"/>
              <a:t>U.S. Retail Gasoline &amp; Diesel Prices (Excel Datasheet)</a:t>
            </a:r>
            <a:br>
              <a:rPr lang="en-US" dirty="0"/>
            </a:br>
            <a:r>
              <a:rPr lang="en-US" dirty="0">
                <a:hlinkClick r:id="rId4"/>
              </a:rPr>
              <a:t>https://www.eia.gov/petroleum/gasdiesel/</a:t>
            </a:r>
            <a:endParaRPr lang="en-US" dirty="0"/>
          </a:p>
          <a:p>
            <a:r>
              <a:rPr lang="en-US" b="1" dirty="0"/>
              <a:t>Alternative Fuels Data Center (AFDC)</a:t>
            </a:r>
            <a:br>
              <a:rPr lang="en-US" dirty="0"/>
            </a:br>
            <a:r>
              <a:rPr lang="en-US" i="1" dirty="0"/>
              <a:t>Electric Vehicle Registrations by State (2023)</a:t>
            </a:r>
            <a:br>
              <a:rPr lang="en-US" dirty="0"/>
            </a:br>
            <a:r>
              <a:rPr lang="en-US" dirty="0">
                <a:hlinkClick r:id="rId5"/>
              </a:rPr>
              <a:t>https://afdc.energy.gov/data/</a:t>
            </a:r>
            <a:endParaRPr lang="en-US" dirty="0"/>
          </a:p>
        </p:txBody>
      </p:sp>
      <p:sp>
        <p:nvSpPr>
          <p:cNvPr id="1339" name="Google Shape;1339;p41"/>
          <p:cNvSpPr/>
          <p:nvPr/>
        </p:nvSpPr>
        <p:spPr>
          <a:xfrm>
            <a:off x="5026325" y="4836975"/>
            <a:ext cx="3181346" cy="175049"/>
          </a:xfrm>
          <a:custGeom>
            <a:avLst/>
            <a:gdLst/>
            <a:ahLst/>
            <a:cxnLst/>
            <a:rect l="l" t="t" r="r" b="b"/>
            <a:pathLst>
              <a:path w="36476" h="2273" extrusionOk="0">
                <a:moveTo>
                  <a:pt x="18246" y="1"/>
                </a:moveTo>
                <a:cubicBezTo>
                  <a:pt x="8162" y="1"/>
                  <a:pt x="0" y="504"/>
                  <a:pt x="0" y="1123"/>
                </a:cubicBezTo>
                <a:cubicBezTo>
                  <a:pt x="0" y="1764"/>
                  <a:pt x="8162" y="2273"/>
                  <a:pt x="18246" y="2273"/>
                </a:cubicBezTo>
                <a:cubicBezTo>
                  <a:pt x="28309" y="2273"/>
                  <a:pt x="36476" y="1764"/>
                  <a:pt x="36476" y="1123"/>
                </a:cubicBezTo>
                <a:cubicBezTo>
                  <a:pt x="36476" y="504"/>
                  <a:pt x="28309" y="1"/>
                  <a:pt x="182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0" name="Google Shape;1340;p41"/>
          <p:cNvGrpSpPr/>
          <p:nvPr/>
        </p:nvGrpSpPr>
        <p:grpSpPr>
          <a:xfrm>
            <a:off x="5023340" y="3843765"/>
            <a:ext cx="3284189" cy="1168269"/>
            <a:chOff x="2536050" y="2210275"/>
            <a:chExt cx="5672175" cy="2017737"/>
          </a:xfrm>
        </p:grpSpPr>
        <p:sp>
          <p:nvSpPr>
            <p:cNvPr id="1341" name="Google Shape;1341;p41"/>
            <p:cNvSpPr/>
            <p:nvPr/>
          </p:nvSpPr>
          <p:spPr>
            <a:xfrm>
              <a:off x="2536050" y="2210275"/>
              <a:ext cx="5672175" cy="1619642"/>
            </a:xfrm>
            <a:custGeom>
              <a:avLst/>
              <a:gdLst/>
              <a:ahLst/>
              <a:cxnLst/>
              <a:rect l="l" t="t" r="r" b="b"/>
              <a:pathLst>
                <a:path w="73667" h="21035" extrusionOk="0">
                  <a:moveTo>
                    <a:pt x="39484" y="0"/>
                  </a:moveTo>
                  <a:cubicBezTo>
                    <a:pt x="32918" y="0"/>
                    <a:pt x="27391" y="2097"/>
                    <a:pt x="25491" y="3096"/>
                  </a:cubicBezTo>
                  <a:cubicBezTo>
                    <a:pt x="23526" y="4112"/>
                    <a:pt x="16795" y="7465"/>
                    <a:pt x="14454" y="7995"/>
                  </a:cubicBezTo>
                  <a:cubicBezTo>
                    <a:pt x="12118" y="8524"/>
                    <a:pt x="4947" y="9541"/>
                    <a:pt x="2585" y="11241"/>
                  </a:cubicBezTo>
                  <a:cubicBezTo>
                    <a:pt x="577" y="12676"/>
                    <a:pt x="0" y="15854"/>
                    <a:pt x="223" y="18433"/>
                  </a:cubicBezTo>
                  <a:cubicBezTo>
                    <a:pt x="286" y="19164"/>
                    <a:pt x="265" y="20335"/>
                    <a:pt x="948" y="20774"/>
                  </a:cubicBezTo>
                  <a:cubicBezTo>
                    <a:pt x="1282" y="20970"/>
                    <a:pt x="1700" y="20970"/>
                    <a:pt x="2076" y="20970"/>
                  </a:cubicBezTo>
                  <a:cubicBezTo>
                    <a:pt x="4296" y="21016"/>
                    <a:pt x="6520" y="21035"/>
                    <a:pt x="8746" y="21035"/>
                  </a:cubicBezTo>
                  <a:cubicBezTo>
                    <a:pt x="17407" y="21035"/>
                    <a:pt x="26101" y="20752"/>
                    <a:pt x="34738" y="20663"/>
                  </a:cubicBezTo>
                  <a:cubicBezTo>
                    <a:pt x="43297" y="20573"/>
                    <a:pt x="51840" y="20467"/>
                    <a:pt x="60399" y="20308"/>
                  </a:cubicBezTo>
                  <a:cubicBezTo>
                    <a:pt x="63312" y="20266"/>
                    <a:pt x="66204" y="20202"/>
                    <a:pt x="69117" y="20112"/>
                  </a:cubicBezTo>
                  <a:cubicBezTo>
                    <a:pt x="69403" y="20112"/>
                    <a:pt x="69757" y="20134"/>
                    <a:pt x="70133" y="20134"/>
                  </a:cubicBezTo>
                  <a:cubicBezTo>
                    <a:pt x="70460" y="20149"/>
                    <a:pt x="70807" y="20166"/>
                    <a:pt x="71146" y="20166"/>
                  </a:cubicBezTo>
                  <a:cubicBezTo>
                    <a:pt x="71725" y="20166"/>
                    <a:pt x="72280" y="20118"/>
                    <a:pt x="72670" y="19938"/>
                  </a:cubicBezTo>
                  <a:cubicBezTo>
                    <a:pt x="73666" y="19472"/>
                    <a:pt x="71590" y="11109"/>
                    <a:pt x="70970" y="8858"/>
                  </a:cubicBezTo>
                  <a:cubicBezTo>
                    <a:pt x="70329" y="6628"/>
                    <a:pt x="68502" y="6496"/>
                    <a:pt x="66844" y="6363"/>
                  </a:cubicBezTo>
                  <a:cubicBezTo>
                    <a:pt x="65213" y="6231"/>
                    <a:pt x="61172" y="4488"/>
                    <a:pt x="57046" y="2857"/>
                  </a:cubicBezTo>
                  <a:cubicBezTo>
                    <a:pt x="52921" y="1221"/>
                    <a:pt x="47052" y="140"/>
                    <a:pt x="40167" y="8"/>
                  </a:cubicBezTo>
                  <a:cubicBezTo>
                    <a:pt x="39938" y="3"/>
                    <a:pt x="39711" y="0"/>
                    <a:pt x="394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1"/>
            <p:cNvSpPr/>
            <p:nvPr/>
          </p:nvSpPr>
          <p:spPr>
            <a:xfrm>
              <a:off x="2558072" y="3186233"/>
              <a:ext cx="5593868" cy="643699"/>
            </a:xfrm>
            <a:custGeom>
              <a:avLst/>
              <a:gdLst/>
              <a:ahLst/>
              <a:cxnLst/>
              <a:rect l="l" t="t" r="r" b="b"/>
              <a:pathLst>
                <a:path w="72650" h="8360" extrusionOk="0">
                  <a:moveTo>
                    <a:pt x="12345" y="0"/>
                  </a:moveTo>
                  <a:cubicBezTo>
                    <a:pt x="8827" y="0"/>
                    <a:pt x="5890" y="2805"/>
                    <a:pt x="5477" y="6468"/>
                  </a:cubicBezTo>
                  <a:lnTo>
                    <a:pt x="0" y="6489"/>
                  </a:lnTo>
                  <a:cubicBezTo>
                    <a:pt x="48" y="7104"/>
                    <a:pt x="180" y="7792"/>
                    <a:pt x="662" y="8099"/>
                  </a:cubicBezTo>
                  <a:cubicBezTo>
                    <a:pt x="996" y="8295"/>
                    <a:pt x="1414" y="8295"/>
                    <a:pt x="1790" y="8295"/>
                  </a:cubicBezTo>
                  <a:cubicBezTo>
                    <a:pt x="4010" y="8341"/>
                    <a:pt x="6234" y="8360"/>
                    <a:pt x="8460" y="8360"/>
                  </a:cubicBezTo>
                  <a:cubicBezTo>
                    <a:pt x="17121" y="8360"/>
                    <a:pt x="25815" y="8077"/>
                    <a:pt x="34452" y="7988"/>
                  </a:cubicBezTo>
                  <a:cubicBezTo>
                    <a:pt x="43011" y="7898"/>
                    <a:pt x="51554" y="7792"/>
                    <a:pt x="60113" y="7633"/>
                  </a:cubicBezTo>
                  <a:cubicBezTo>
                    <a:pt x="63026" y="7591"/>
                    <a:pt x="65918" y="7527"/>
                    <a:pt x="68831" y="7437"/>
                  </a:cubicBezTo>
                  <a:cubicBezTo>
                    <a:pt x="68868" y="7437"/>
                    <a:pt x="68907" y="7436"/>
                    <a:pt x="68947" y="7436"/>
                  </a:cubicBezTo>
                  <a:cubicBezTo>
                    <a:pt x="69461" y="7436"/>
                    <a:pt x="70161" y="7501"/>
                    <a:pt x="70830" y="7501"/>
                  </a:cubicBezTo>
                  <a:cubicBezTo>
                    <a:pt x="71420" y="7501"/>
                    <a:pt x="71987" y="7451"/>
                    <a:pt x="72384" y="7263"/>
                  </a:cubicBezTo>
                  <a:cubicBezTo>
                    <a:pt x="72586" y="7173"/>
                    <a:pt x="72649" y="6775"/>
                    <a:pt x="72649" y="6225"/>
                  </a:cubicBezTo>
                  <a:lnTo>
                    <a:pt x="72649" y="6225"/>
                  </a:lnTo>
                  <a:lnTo>
                    <a:pt x="64795" y="6246"/>
                  </a:lnTo>
                  <a:cubicBezTo>
                    <a:pt x="63979" y="3222"/>
                    <a:pt x="61395" y="992"/>
                    <a:pt x="58286" y="928"/>
                  </a:cubicBezTo>
                  <a:cubicBezTo>
                    <a:pt x="58239" y="927"/>
                    <a:pt x="58192" y="927"/>
                    <a:pt x="58146" y="927"/>
                  </a:cubicBezTo>
                  <a:cubicBezTo>
                    <a:pt x="55001" y="927"/>
                    <a:pt x="52315" y="3204"/>
                    <a:pt x="51506" y="6288"/>
                  </a:cubicBezTo>
                  <a:lnTo>
                    <a:pt x="19178" y="6421"/>
                  </a:lnTo>
                  <a:cubicBezTo>
                    <a:pt x="18760" y="2846"/>
                    <a:pt x="15958" y="65"/>
                    <a:pt x="12473" y="1"/>
                  </a:cubicBezTo>
                  <a:cubicBezTo>
                    <a:pt x="12430" y="1"/>
                    <a:pt x="12388" y="0"/>
                    <a:pt x="123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1"/>
            <p:cNvSpPr/>
            <p:nvPr/>
          </p:nvSpPr>
          <p:spPr>
            <a:xfrm>
              <a:off x="3059640" y="3267775"/>
              <a:ext cx="897252" cy="888859"/>
            </a:xfrm>
            <a:custGeom>
              <a:avLst/>
              <a:gdLst/>
              <a:ahLst/>
              <a:cxnLst/>
              <a:rect l="l" t="t" r="r" b="b"/>
              <a:pathLst>
                <a:path w="11653" h="11544" extrusionOk="0">
                  <a:moveTo>
                    <a:pt x="5806" y="0"/>
                  </a:moveTo>
                  <a:cubicBezTo>
                    <a:pt x="2685" y="0"/>
                    <a:pt x="132" y="2512"/>
                    <a:pt x="64" y="5648"/>
                  </a:cubicBezTo>
                  <a:cubicBezTo>
                    <a:pt x="1" y="8825"/>
                    <a:pt x="2516" y="11473"/>
                    <a:pt x="5715" y="11542"/>
                  </a:cubicBezTo>
                  <a:cubicBezTo>
                    <a:pt x="5754" y="11543"/>
                    <a:pt x="5793" y="11543"/>
                    <a:pt x="5832" y="11543"/>
                  </a:cubicBezTo>
                  <a:cubicBezTo>
                    <a:pt x="8957" y="11543"/>
                    <a:pt x="11521" y="9030"/>
                    <a:pt x="11584" y="5891"/>
                  </a:cubicBezTo>
                  <a:cubicBezTo>
                    <a:pt x="11652" y="2713"/>
                    <a:pt x="9137" y="65"/>
                    <a:pt x="5932" y="2"/>
                  </a:cubicBezTo>
                  <a:cubicBezTo>
                    <a:pt x="5890" y="1"/>
                    <a:pt x="5848" y="0"/>
                    <a:pt x="5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4" name="Google Shape;1344;p41"/>
            <p:cNvSpPr/>
            <p:nvPr/>
          </p:nvSpPr>
          <p:spPr>
            <a:xfrm>
              <a:off x="3258219" y="3464737"/>
              <a:ext cx="499637" cy="494940"/>
            </a:xfrm>
            <a:custGeom>
              <a:avLst/>
              <a:gdLst/>
              <a:ahLst/>
              <a:cxnLst/>
              <a:rect l="l" t="t" r="r" b="b"/>
              <a:pathLst>
                <a:path w="6489" h="6428" extrusionOk="0">
                  <a:moveTo>
                    <a:pt x="3234" y="1"/>
                  </a:moveTo>
                  <a:cubicBezTo>
                    <a:pt x="1504" y="1"/>
                    <a:pt x="69" y="1394"/>
                    <a:pt x="22" y="3137"/>
                  </a:cubicBezTo>
                  <a:cubicBezTo>
                    <a:pt x="1" y="4922"/>
                    <a:pt x="1415" y="6378"/>
                    <a:pt x="3179" y="6426"/>
                  </a:cubicBezTo>
                  <a:cubicBezTo>
                    <a:pt x="3204" y="6427"/>
                    <a:pt x="3230" y="6427"/>
                    <a:pt x="3256" y="6427"/>
                  </a:cubicBezTo>
                  <a:cubicBezTo>
                    <a:pt x="4985" y="6427"/>
                    <a:pt x="6426" y="5028"/>
                    <a:pt x="6468" y="3270"/>
                  </a:cubicBezTo>
                  <a:cubicBezTo>
                    <a:pt x="6489" y="1501"/>
                    <a:pt x="5075" y="23"/>
                    <a:pt x="3311" y="2"/>
                  </a:cubicBezTo>
                  <a:cubicBezTo>
                    <a:pt x="3285" y="1"/>
                    <a:pt x="3259" y="1"/>
                    <a:pt x="3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1"/>
            <p:cNvSpPr/>
            <p:nvPr/>
          </p:nvSpPr>
          <p:spPr>
            <a:xfrm>
              <a:off x="3428309" y="3633287"/>
              <a:ext cx="159539" cy="157845"/>
            </a:xfrm>
            <a:custGeom>
              <a:avLst/>
              <a:gdLst/>
              <a:ahLst/>
              <a:cxnLst/>
              <a:rect l="l" t="t" r="r" b="b"/>
              <a:pathLst>
                <a:path w="2072" h="2050" extrusionOk="0">
                  <a:moveTo>
                    <a:pt x="1060" y="0"/>
                  </a:moveTo>
                  <a:cubicBezTo>
                    <a:pt x="482" y="0"/>
                    <a:pt x="22" y="440"/>
                    <a:pt x="22" y="1012"/>
                  </a:cubicBezTo>
                  <a:cubicBezTo>
                    <a:pt x="0" y="1563"/>
                    <a:pt x="440" y="2029"/>
                    <a:pt x="1012" y="2050"/>
                  </a:cubicBezTo>
                  <a:cubicBezTo>
                    <a:pt x="1589" y="2050"/>
                    <a:pt x="2050" y="1610"/>
                    <a:pt x="2050" y="1033"/>
                  </a:cubicBezTo>
                  <a:cubicBezTo>
                    <a:pt x="2071" y="482"/>
                    <a:pt x="1632" y="21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6" name="Google Shape;1346;p41"/>
            <p:cNvSpPr/>
            <p:nvPr/>
          </p:nvSpPr>
          <p:spPr>
            <a:xfrm>
              <a:off x="6587173" y="3340769"/>
              <a:ext cx="897252" cy="887242"/>
            </a:xfrm>
            <a:custGeom>
              <a:avLst/>
              <a:gdLst/>
              <a:ahLst/>
              <a:cxnLst/>
              <a:rect l="l" t="t" r="r" b="b"/>
              <a:pathLst>
                <a:path w="11653" h="11523" extrusionOk="0">
                  <a:moveTo>
                    <a:pt x="5805" y="0"/>
                  </a:moveTo>
                  <a:cubicBezTo>
                    <a:pt x="2685" y="0"/>
                    <a:pt x="132" y="2491"/>
                    <a:pt x="64" y="5626"/>
                  </a:cubicBezTo>
                  <a:cubicBezTo>
                    <a:pt x="0" y="8831"/>
                    <a:pt x="2537" y="11452"/>
                    <a:pt x="5715" y="11521"/>
                  </a:cubicBezTo>
                  <a:cubicBezTo>
                    <a:pt x="5754" y="11522"/>
                    <a:pt x="5793" y="11522"/>
                    <a:pt x="5832" y="11522"/>
                  </a:cubicBezTo>
                  <a:cubicBezTo>
                    <a:pt x="8957" y="11522"/>
                    <a:pt x="11521" y="9009"/>
                    <a:pt x="11583" y="5870"/>
                  </a:cubicBezTo>
                  <a:cubicBezTo>
                    <a:pt x="11652" y="2692"/>
                    <a:pt x="9136" y="44"/>
                    <a:pt x="5932" y="2"/>
                  </a:cubicBezTo>
                  <a:cubicBezTo>
                    <a:pt x="5890" y="1"/>
                    <a:pt x="5847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7" name="Google Shape;1347;p41"/>
            <p:cNvSpPr/>
            <p:nvPr/>
          </p:nvSpPr>
          <p:spPr>
            <a:xfrm>
              <a:off x="6785752" y="3536115"/>
              <a:ext cx="499637" cy="494863"/>
            </a:xfrm>
            <a:custGeom>
              <a:avLst/>
              <a:gdLst/>
              <a:ahLst/>
              <a:cxnLst/>
              <a:rect l="l" t="t" r="r" b="b"/>
              <a:pathLst>
                <a:path w="6489" h="6427" extrusionOk="0">
                  <a:moveTo>
                    <a:pt x="3233" y="1"/>
                  </a:moveTo>
                  <a:cubicBezTo>
                    <a:pt x="1504" y="1"/>
                    <a:pt x="69" y="1394"/>
                    <a:pt x="43" y="3158"/>
                  </a:cubicBezTo>
                  <a:cubicBezTo>
                    <a:pt x="1" y="4922"/>
                    <a:pt x="1415" y="6400"/>
                    <a:pt x="3178" y="6426"/>
                  </a:cubicBezTo>
                  <a:cubicBezTo>
                    <a:pt x="3205" y="6427"/>
                    <a:pt x="3231" y="6427"/>
                    <a:pt x="3257" y="6427"/>
                  </a:cubicBezTo>
                  <a:cubicBezTo>
                    <a:pt x="5011" y="6427"/>
                    <a:pt x="6426" y="5028"/>
                    <a:pt x="6467" y="3291"/>
                  </a:cubicBezTo>
                  <a:cubicBezTo>
                    <a:pt x="6489" y="1500"/>
                    <a:pt x="5101" y="44"/>
                    <a:pt x="3311" y="2"/>
                  </a:cubicBezTo>
                  <a:cubicBezTo>
                    <a:pt x="3285" y="1"/>
                    <a:pt x="3259" y="1"/>
                    <a:pt x="3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1"/>
            <p:cNvSpPr/>
            <p:nvPr/>
          </p:nvSpPr>
          <p:spPr>
            <a:xfrm>
              <a:off x="6955842" y="3704588"/>
              <a:ext cx="159539" cy="157999"/>
            </a:xfrm>
            <a:custGeom>
              <a:avLst/>
              <a:gdLst/>
              <a:ahLst/>
              <a:cxnLst/>
              <a:rect l="l" t="t" r="r" b="b"/>
              <a:pathLst>
                <a:path w="2072" h="2052" extrusionOk="0">
                  <a:moveTo>
                    <a:pt x="1059" y="1"/>
                  </a:moveTo>
                  <a:cubicBezTo>
                    <a:pt x="482" y="1"/>
                    <a:pt x="21" y="441"/>
                    <a:pt x="21" y="1013"/>
                  </a:cubicBezTo>
                  <a:cubicBezTo>
                    <a:pt x="0" y="1563"/>
                    <a:pt x="461" y="2051"/>
                    <a:pt x="1012" y="2051"/>
                  </a:cubicBezTo>
                  <a:cubicBezTo>
                    <a:pt x="1025" y="2051"/>
                    <a:pt x="1037" y="2051"/>
                    <a:pt x="1050" y="2051"/>
                  </a:cubicBezTo>
                  <a:cubicBezTo>
                    <a:pt x="1609" y="2051"/>
                    <a:pt x="2050" y="1599"/>
                    <a:pt x="2071" y="1060"/>
                  </a:cubicBezTo>
                  <a:cubicBezTo>
                    <a:pt x="2071" y="483"/>
                    <a:pt x="1631" y="22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9" name="Google Shape;1349;p41"/>
            <p:cNvSpPr/>
            <p:nvPr/>
          </p:nvSpPr>
          <p:spPr>
            <a:xfrm>
              <a:off x="2597726" y="2882396"/>
              <a:ext cx="794460" cy="377057"/>
            </a:xfrm>
            <a:custGeom>
              <a:avLst/>
              <a:gdLst/>
              <a:ahLst/>
              <a:cxnLst/>
              <a:rect l="l" t="t" r="r" b="b"/>
              <a:pathLst>
                <a:path w="10318" h="4897" extrusionOk="0">
                  <a:moveTo>
                    <a:pt x="10152" y="1"/>
                  </a:moveTo>
                  <a:cubicBezTo>
                    <a:pt x="10126" y="1"/>
                    <a:pt x="10099" y="12"/>
                    <a:pt x="10078" y="39"/>
                  </a:cubicBezTo>
                  <a:cubicBezTo>
                    <a:pt x="9638" y="505"/>
                    <a:pt x="9177" y="966"/>
                    <a:pt x="8690" y="1384"/>
                  </a:cubicBezTo>
                  <a:cubicBezTo>
                    <a:pt x="7986" y="2046"/>
                    <a:pt x="7234" y="2708"/>
                    <a:pt x="6370" y="3105"/>
                  </a:cubicBezTo>
                  <a:cubicBezTo>
                    <a:pt x="5645" y="3460"/>
                    <a:pt x="4808" y="3635"/>
                    <a:pt x="4035" y="3815"/>
                  </a:cubicBezTo>
                  <a:cubicBezTo>
                    <a:pt x="2753" y="4143"/>
                    <a:pt x="1450" y="4408"/>
                    <a:pt x="147" y="4652"/>
                  </a:cubicBezTo>
                  <a:cubicBezTo>
                    <a:pt x="1" y="4692"/>
                    <a:pt x="57" y="4897"/>
                    <a:pt x="196" y="4897"/>
                  </a:cubicBezTo>
                  <a:cubicBezTo>
                    <a:pt x="202" y="4897"/>
                    <a:pt x="209" y="4896"/>
                    <a:pt x="216" y="4895"/>
                  </a:cubicBezTo>
                  <a:cubicBezTo>
                    <a:pt x="767" y="4784"/>
                    <a:pt x="1296" y="4673"/>
                    <a:pt x="1847" y="4541"/>
                  </a:cubicBezTo>
                  <a:cubicBezTo>
                    <a:pt x="2774" y="4366"/>
                    <a:pt x="3680" y="4165"/>
                    <a:pt x="4585" y="3926"/>
                  </a:cubicBezTo>
                  <a:cubicBezTo>
                    <a:pt x="5338" y="3725"/>
                    <a:pt x="6132" y="3529"/>
                    <a:pt x="6815" y="3153"/>
                  </a:cubicBezTo>
                  <a:cubicBezTo>
                    <a:pt x="8092" y="2401"/>
                    <a:pt x="9241" y="1299"/>
                    <a:pt x="10237" y="192"/>
                  </a:cubicBezTo>
                  <a:cubicBezTo>
                    <a:pt x="10317" y="112"/>
                    <a:pt x="10236" y="1"/>
                    <a:pt x="10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0" name="Google Shape;1350;p41"/>
            <p:cNvSpPr/>
            <p:nvPr/>
          </p:nvSpPr>
          <p:spPr>
            <a:xfrm>
              <a:off x="7184990" y="2809017"/>
              <a:ext cx="231300" cy="230992"/>
            </a:xfrm>
            <a:custGeom>
              <a:avLst/>
              <a:gdLst/>
              <a:ahLst/>
              <a:cxnLst/>
              <a:rect l="l" t="t" r="r" b="b"/>
              <a:pathLst>
                <a:path w="3004" h="3000" extrusionOk="0">
                  <a:moveTo>
                    <a:pt x="1481" y="244"/>
                  </a:moveTo>
                  <a:cubicBezTo>
                    <a:pt x="1496" y="244"/>
                    <a:pt x="1511" y="244"/>
                    <a:pt x="1526" y="245"/>
                  </a:cubicBezTo>
                  <a:cubicBezTo>
                    <a:pt x="2230" y="245"/>
                    <a:pt x="2760" y="838"/>
                    <a:pt x="2760" y="1521"/>
                  </a:cubicBezTo>
                  <a:cubicBezTo>
                    <a:pt x="2718" y="2192"/>
                    <a:pt x="2207" y="2761"/>
                    <a:pt x="1516" y="2761"/>
                  </a:cubicBezTo>
                  <a:cubicBezTo>
                    <a:pt x="1504" y="2761"/>
                    <a:pt x="1491" y="2761"/>
                    <a:pt x="1478" y="2761"/>
                  </a:cubicBezTo>
                  <a:cubicBezTo>
                    <a:pt x="795" y="2734"/>
                    <a:pt x="223" y="2162"/>
                    <a:pt x="244" y="1479"/>
                  </a:cubicBezTo>
                  <a:cubicBezTo>
                    <a:pt x="265" y="811"/>
                    <a:pt x="818" y="244"/>
                    <a:pt x="1481" y="244"/>
                  </a:cubicBezTo>
                  <a:close/>
                  <a:moveTo>
                    <a:pt x="1490" y="1"/>
                  </a:moveTo>
                  <a:cubicBezTo>
                    <a:pt x="710" y="1"/>
                    <a:pt x="22" y="676"/>
                    <a:pt x="1" y="1479"/>
                  </a:cubicBezTo>
                  <a:cubicBezTo>
                    <a:pt x="1" y="2273"/>
                    <a:pt x="663" y="2978"/>
                    <a:pt x="1478" y="2999"/>
                  </a:cubicBezTo>
                  <a:cubicBezTo>
                    <a:pt x="2315" y="2999"/>
                    <a:pt x="2953" y="2346"/>
                    <a:pt x="3003" y="1537"/>
                  </a:cubicBezTo>
                  <a:lnTo>
                    <a:pt x="3003" y="1537"/>
                  </a:lnTo>
                  <a:cubicBezTo>
                    <a:pt x="3003" y="1532"/>
                    <a:pt x="3004" y="1527"/>
                    <a:pt x="3004" y="1521"/>
                  </a:cubicBezTo>
                  <a:lnTo>
                    <a:pt x="3004" y="1521"/>
                  </a:lnTo>
                  <a:cubicBezTo>
                    <a:pt x="3004" y="1521"/>
                    <a:pt x="3004" y="1521"/>
                    <a:pt x="3004" y="1521"/>
                  </a:cubicBezTo>
                  <a:cubicBezTo>
                    <a:pt x="3004" y="1518"/>
                    <a:pt x="3004" y="1515"/>
                    <a:pt x="3003" y="1513"/>
                  </a:cubicBezTo>
                  <a:lnTo>
                    <a:pt x="3003" y="1513"/>
                  </a:lnTo>
                  <a:cubicBezTo>
                    <a:pt x="2978" y="701"/>
                    <a:pt x="2360" y="23"/>
                    <a:pt x="1526" y="1"/>
                  </a:cubicBezTo>
                  <a:cubicBezTo>
                    <a:pt x="1514" y="1"/>
                    <a:pt x="1502" y="1"/>
                    <a:pt x="1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1" name="Google Shape;1351;p41"/>
            <p:cNvSpPr/>
            <p:nvPr/>
          </p:nvSpPr>
          <p:spPr>
            <a:xfrm>
              <a:off x="5159852" y="2907267"/>
              <a:ext cx="298981" cy="70068"/>
            </a:xfrm>
            <a:custGeom>
              <a:avLst/>
              <a:gdLst/>
              <a:ahLst/>
              <a:cxnLst/>
              <a:rect l="l" t="t" r="r" b="b"/>
              <a:pathLst>
                <a:path w="3883" h="910" extrusionOk="0">
                  <a:moveTo>
                    <a:pt x="1771" y="0"/>
                  </a:moveTo>
                  <a:cubicBezTo>
                    <a:pt x="788" y="0"/>
                    <a:pt x="0" y="175"/>
                    <a:pt x="0" y="425"/>
                  </a:cubicBezTo>
                  <a:cubicBezTo>
                    <a:pt x="0" y="664"/>
                    <a:pt x="858" y="886"/>
                    <a:pt x="1918" y="907"/>
                  </a:cubicBezTo>
                  <a:cubicBezTo>
                    <a:pt x="1977" y="909"/>
                    <a:pt x="2036" y="909"/>
                    <a:pt x="2093" y="909"/>
                  </a:cubicBezTo>
                  <a:cubicBezTo>
                    <a:pt x="3090" y="909"/>
                    <a:pt x="3863" y="739"/>
                    <a:pt x="3883" y="489"/>
                  </a:cubicBezTo>
                  <a:cubicBezTo>
                    <a:pt x="3883" y="245"/>
                    <a:pt x="3019" y="28"/>
                    <a:pt x="1939" y="2"/>
                  </a:cubicBezTo>
                  <a:cubicBezTo>
                    <a:pt x="1882" y="1"/>
                    <a:pt x="1826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2" name="Google Shape;1352;p41"/>
            <p:cNvSpPr/>
            <p:nvPr/>
          </p:nvSpPr>
          <p:spPr>
            <a:xfrm>
              <a:off x="6485227" y="2914197"/>
              <a:ext cx="298981" cy="71685"/>
            </a:xfrm>
            <a:custGeom>
              <a:avLst/>
              <a:gdLst/>
              <a:ahLst/>
              <a:cxnLst/>
              <a:rect l="l" t="t" r="r" b="b"/>
              <a:pathLst>
                <a:path w="3883" h="931" extrusionOk="0">
                  <a:moveTo>
                    <a:pt x="1782" y="0"/>
                  </a:moveTo>
                  <a:cubicBezTo>
                    <a:pt x="794" y="0"/>
                    <a:pt x="0" y="189"/>
                    <a:pt x="0" y="420"/>
                  </a:cubicBezTo>
                  <a:cubicBezTo>
                    <a:pt x="0" y="685"/>
                    <a:pt x="858" y="907"/>
                    <a:pt x="1918" y="929"/>
                  </a:cubicBezTo>
                  <a:cubicBezTo>
                    <a:pt x="1971" y="930"/>
                    <a:pt x="2025" y="930"/>
                    <a:pt x="2077" y="930"/>
                  </a:cubicBezTo>
                  <a:cubicBezTo>
                    <a:pt x="3082" y="930"/>
                    <a:pt x="3861" y="742"/>
                    <a:pt x="3861" y="510"/>
                  </a:cubicBezTo>
                  <a:cubicBezTo>
                    <a:pt x="3882" y="245"/>
                    <a:pt x="2998" y="23"/>
                    <a:pt x="1939" y="2"/>
                  </a:cubicBezTo>
                  <a:cubicBezTo>
                    <a:pt x="1886" y="1"/>
                    <a:pt x="1834" y="0"/>
                    <a:pt x="1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3" name="Google Shape;1353;p41"/>
            <p:cNvSpPr/>
            <p:nvPr/>
          </p:nvSpPr>
          <p:spPr>
            <a:xfrm>
              <a:off x="4087339" y="2845668"/>
              <a:ext cx="94014" cy="967628"/>
            </a:xfrm>
            <a:custGeom>
              <a:avLst/>
              <a:gdLst/>
              <a:ahLst/>
              <a:cxnLst/>
              <a:rect l="l" t="t" r="r" b="b"/>
              <a:pathLst>
                <a:path w="1221" h="12567" extrusionOk="0">
                  <a:moveTo>
                    <a:pt x="354" y="1"/>
                  </a:moveTo>
                  <a:cubicBezTo>
                    <a:pt x="295" y="1"/>
                    <a:pt x="233" y="34"/>
                    <a:pt x="223" y="97"/>
                  </a:cubicBezTo>
                  <a:cubicBezTo>
                    <a:pt x="180" y="696"/>
                    <a:pt x="133" y="1289"/>
                    <a:pt x="111" y="1861"/>
                  </a:cubicBezTo>
                  <a:cubicBezTo>
                    <a:pt x="0" y="4006"/>
                    <a:pt x="0" y="6098"/>
                    <a:pt x="265" y="8217"/>
                  </a:cubicBezTo>
                  <a:cubicBezTo>
                    <a:pt x="445" y="9652"/>
                    <a:pt x="689" y="11066"/>
                    <a:pt x="975" y="12480"/>
                  </a:cubicBezTo>
                  <a:cubicBezTo>
                    <a:pt x="983" y="12540"/>
                    <a:pt x="1026" y="12566"/>
                    <a:pt x="1072" y="12566"/>
                  </a:cubicBezTo>
                  <a:cubicBezTo>
                    <a:pt x="1142" y="12566"/>
                    <a:pt x="1221" y="12504"/>
                    <a:pt x="1192" y="12411"/>
                  </a:cubicBezTo>
                  <a:cubicBezTo>
                    <a:pt x="1086" y="11903"/>
                    <a:pt x="996" y="11373"/>
                    <a:pt x="906" y="10844"/>
                  </a:cubicBezTo>
                  <a:cubicBezTo>
                    <a:pt x="530" y="8746"/>
                    <a:pt x="265" y="6654"/>
                    <a:pt x="265" y="4536"/>
                  </a:cubicBezTo>
                  <a:cubicBezTo>
                    <a:pt x="265" y="3053"/>
                    <a:pt x="334" y="1575"/>
                    <a:pt x="466" y="119"/>
                  </a:cubicBezTo>
                  <a:cubicBezTo>
                    <a:pt x="477" y="39"/>
                    <a:pt x="41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4" name="Google Shape;1354;p41"/>
            <p:cNvSpPr/>
            <p:nvPr/>
          </p:nvSpPr>
          <p:spPr>
            <a:xfrm>
              <a:off x="5589657" y="2792462"/>
              <a:ext cx="28104" cy="1005895"/>
            </a:xfrm>
            <a:custGeom>
              <a:avLst/>
              <a:gdLst/>
              <a:ahLst/>
              <a:cxnLst/>
              <a:rect l="l" t="t" r="r" b="b"/>
              <a:pathLst>
                <a:path w="365" h="13064" extrusionOk="0">
                  <a:moveTo>
                    <a:pt x="240" y="0"/>
                  </a:moveTo>
                  <a:cubicBezTo>
                    <a:pt x="186" y="0"/>
                    <a:pt x="133" y="34"/>
                    <a:pt x="133" y="105"/>
                  </a:cubicBezTo>
                  <a:cubicBezTo>
                    <a:pt x="133" y="635"/>
                    <a:pt x="112" y="1164"/>
                    <a:pt x="112" y="1694"/>
                  </a:cubicBezTo>
                  <a:cubicBezTo>
                    <a:pt x="64" y="5444"/>
                    <a:pt x="43" y="9199"/>
                    <a:pt x="1" y="12949"/>
                  </a:cubicBezTo>
                  <a:cubicBezTo>
                    <a:pt x="1" y="13025"/>
                    <a:pt x="62" y="13064"/>
                    <a:pt x="123" y="13064"/>
                  </a:cubicBezTo>
                  <a:cubicBezTo>
                    <a:pt x="183" y="13064"/>
                    <a:pt x="244" y="13025"/>
                    <a:pt x="244" y="12949"/>
                  </a:cubicBezTo>
                  <a:lnTo>
                    <a:pt x="244" y="11381"/>
                  </a:lnTo>
                  <a:cubicBezTo>
                    <a:pt x="287" y="7631"/>
                    <a:pt x="329" y="3876"/>
                    <a:pt x="350" y="126"/>
                  </a:cubicBezTo>
                  <a:cubicBezTo>
                    <a:pt x="364" y="44"/>
                    <a:pt x="30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5" name="Google Shape;1355;p41"/>
            <p:cNvSpPr/>
            <p:nvPr/>
          </p:nvSpPr>
          <p:spPr>
            <a:xfrm>
              <a:off x="6435871" y="2630611"/>
              <a:ext cx="572630" cy="1150035"/>
            </a:xfrm>
            <a:custGeom>
              <a:avLst/>
              <a:gdLst/>
              <a:ahLst/>
              <a:cxnLst/>
              <a:rect l="l" t="t" r="r" b="b"/>
              <a:pathLst>
                <a:path w="7437" h="14936" extrusionOk="0">
                  <a:moveTo>
                    <a:pt x="7092" y="0"/>
                  </a:moveTo>
                  <a:cubicBezTo>
                    <a:pt x="7019" y="0"/>
                    <a:pt x="6936" y="60"/>
                    <a:pt x="6949" y="152"/>
                  </a:cubicBezTo>
                  <a:cubicBezTo>
                    <a:pt x="7082" y="994"/>
                    <a:pt x="7082" y="1874"/>
                    <a:pt x="7039" y="2737"/>
                  </a:cubicBezTo>
                  <a:cubicBezTo>
                    <a:pt x="6949" y="4018"/>
                    <a:pt x="6684" y="5385"/>
                    <a:pt x="5805" y="6354"/>
                  </a:cubicBezTo>
                  <a:cubicBezTo>
                    <a:pt x="4900" y="7329"/>
                    <a:pt x="3660" y="7879"/>
                    <a:pt x="2580" y="8626"/>
                  </a:cubicBezTo>
                  <a:cubicBezTo>
                    <a:pt x="2098" y="8981"/>
                    <a:pt x="1632" y="9357"/>
                    <a:pt x="1277" y="9844"/>
                  </a:cubicBezTo>
                  <a:cubicBezTo>
                    <a:pt x="858" y="10438"/>
                    <a:pt x="615" y="11190"/>
                    <a:pt x="440" y="11894"/>
                  </a:cubicBezTo>
                  <a:cubicBezTo>
                    <a:pt x="196" y="12821"/>
                    <a:pt x="0" y="13838"/>
                    <a:pt x="43" y="14828"/>
                  </a:cubicBezTo>
                  <a:cubicBezTo>
                    <a:pt x="54" y="14897"/>
                    <a:pt x="119" y="14936"/>
                    <a:pt x="179" y="14936"/>
                  </a:cubicBezTo>
                  <a:cubicBezTo>
                    <a:pt x="235" y="14936"/>
                    <a:pt x="286" y="14902"/>
                    <a:pt x="286" y="14828"/>
                  </a:cubicBezTo>
                  <a:cubicBezTo>
                    <a:pt x="218" y="13552"/>
                    <a:pt x="530" y="12201"/>
                    <a:pt x="970" y="10988"/>
                  </a:cubicBezTo>
                  <a:cubicBezTo>
                    <a:pt x="1478" y="9601"/>
                    <a:pt x="2601" y="8849"/>
                    <a:pt x="3840" y="8123"/>
                  </a:cubicBezTo>
                  <a:cubicBezTo>
                    <a:pt x="4878" y="7482"/>
                    <a:pt x="6001" y="6773"/>
                    <a:pt x="6573" y="5650"/>
                  </a:cubicBezTo>
                  <a:cubicBezTo>
                    <a:pt x="7436" y="4018"/>
                    <a:pt x="7436" y="1874"/>
                    <a:pt x="7193" y="89"/>
                  </a:cubicBezTo>
                  <a:cubicBezTo>
                    <a:pt x="7184" y="27"/>
                    <a:pt x="7140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6" name="Google Shape;1356;p41"/>
            <p:cNvSpPr/>
            <p:nvPr/>
          </p:nvSpPr>
          <p:spPr>
            <a:xfrm>
              <a:off x="4094269" y="2288044"/>
              <a:ext cx="2893797" cy="573631"/>
            </a:xfrm>
            <a:custGeom>
              <a:avLst/>
              <a:gdLst/>
              <a:ahLst/>
              <a:cxnLst/>
              <a:rect l="l" t="t" r="r" b="b"/>
              <a:pathLst>
                <a:path w="37583" h="7450" extrusionOk="0">
                  <a:moveTo>
                    <a:pt x="21368" y="0"/>
                  </a:moveTo>
                  <a:cubicBezTo>
                    <a:pt x="20545" y="0"/>
                    <a:pt x="19726" y="21"/>
                    <a:pt x="18913" y="57"/>
                  </a:cubicBezTo>
                  <a:cubicBezTo>
                    <a:pt x="15116" y="232"/>
                    <a:pt x="11276" y="920"/>
                    <a:pt x="7791" y="2483"/>
                  </a:cubicBezTo>
                  <a:cubicBezTo>
                    <a:pt x="5561" y="3500"/>
                    <a:pt x="3379" y="4670"/>
                    <a:pt x="1303" y="5952"/>
                  </a:cubicBezTo>
                  <a:cubicBezTo>
                    <a:pt x="1303" y="5952"/>
                    <a:pt x="0" y="6852"/>
                    <a:pt x="265" y="7361"/>
                  </a:cubicBezTo>
                  <a:cubicBezTo>
                    <a:pt x="296" y="7422"/>
                    <a:pt x="753" y="7449"/>
                    <a:pt x="1537" y="7449"/>
                  </a:cubicBezTo>
                  <a:cubicBezTo>
                    <a:pt x="6973" y="7449"/>
                    <a:pt x="28110" y="6152"/>
                    <a:pt x="31757" y="6037"/>
                  </a:cubicBezTo>
                  <a:cubicBezTo>
                    <a:pt x="35925" y="5904"/>
                    <a:pt x="37583" y="5179"/>
                    <a:pt x="37493" y="4204"/>
                  </a:cubicBezTo>
                  <a:cubicBezTo>
                    <a:pt x="37408" y="3304"/>
                    <a:pt x="35554" y="2859"/>
                    <a:pt x="34913" y="2642"/>
                  </a:cubicBezTo>
                  <a:cubicBezTo>
                    <a:pt x="33478" y="2154"/>
                    <a:pt x="32133" y="1514"/>
                    <a:pt x="30676" y="1116"/>
                  </a:cubicBezTo>
                  <a:cubicBezTo>
                    <a:pt x="27669" y="294"/>
                    <a:pt x="24496" y="0"/>
                    <a:pt x="2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7" name="Google Shape;1357;p41"/>
            <p:cNvSpPr/>
            <p:nvPr/>
          </p:nvSpPr>
          <p:spPr>
            <a:xfrm>
              <a:off x="2547831" y="3403677"/>
              <a:ext cx="221137" cy="239847"/>
            </a:xfrm>
            <a:custGeom>
              <a:avLst/>
              <a:gdLst/>
              <a:ahLst/>
              <a:cxnLst/>
              <a:rect l="l" t="t" r="r" b="b"/>
              <a:pathLst>
                <a:path w="2872" h="3115" extrusionOk="0">
                  <a:moveTo>
                    <a:pt x="181" y="0"/>
                  </a:moveTo>
                  <a:cubicBezTo>
                    <a:pt x="27" y="970"/>
                    <a:pt x="1" y="1986"/>
                    <a:pt x="70" y="2934"/>
                  </a:cubicBezTo>
                  <a:cubicBezTo>
                    <a:pt x="91" y="3003"/>
                    <a:pt x="91" y="3046"/>
                    <a:pt x="91" y="3115"/>
                  </a:cubicBezTo>
                  <a:cubicBezTo>
                    <a:pt x="642" y="3088"/>
                    <a:pt x="1282" y="3046"/>
                    <a:pt x="1770" y="2956"/>
                  </a:cubicBezTo>
                  <a:cubicBezTo>
                    <a:pt x="2871" y="2760"/>
                    <a:pt x="2808" y="1743"/>
                    <a:pt x="2739" y="906"/>
                  </a:cubicBezTo>
                  <a:cubicBezTo>
                    <a:pt x="2675" y="265"/>
                    <a:pt x="975" y="69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58" name="Google Shape;1358;p41"/>
            <p:cNvSpPr/>
            <p:nvPr/>
          </p:nvSpPr>
          <p:spPr>
            <a:xfrm>
              <a:off x="7999018" y="2890635"/>
              <a:ext cx="1694" cy="1694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2"/>
                  </a:moveTo>
                  <a:lnTo>
                    <a:pt x="21" y="22"/>
                  </a:lnTo>
                  <a:lnTo>
                    <a:pt x="21" y="22"/>
                  </a:lnTo>
                  <a:close/>
                  <a:moveTo>
                    <a:pt x="21" y="1"/>
                  </a:moveTo>
                  <a:lnTo>
                    <a:pt x="21" y="1"/>
                  </a:lnTo>
                  <a:lnTo>
                    <a:pt x="21" y="1"/>
                  </a:lnTo>
                  <a:close/>
                  <a:moveTo>
                    <a:pt x="0" y="1"/>
                  </a:moveTo>
                  <a:lnTo>
                    <a:pt x="21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1"/>
            <p:cNvSpPr/>
            <p:nvPr/>
          </p:nvSpPr>
          <p:spPr>
            <a:xfrm>
              <a:off x="7805290" y="2824185"/>
              <a:ext cx="288818" cy="458828"/>
            </a:xfrm>
            <a:custGeom>
              <a:avLst/>
              <a:gdLst/>
              <a:ahLst/>
              <a:cxnLst/>
              <a:rect l="l" t="t" r="r" b="b"/>
              <a:pathLst>
                <a:path w="3751" h="5959" extrusionOk="0">
                  <a:moveTo>
                    <a:pt x="2161" y="0"/>
                  </a:moveTo>
                  <a:cubicBezTo>
                    <a:pt x="1367" y="265"/>
                    <a:pt x="0" y="906"/>
                    <a:pt x="43" y="2140"/>
                  </a:cubicBezTo>
                  <a:cubicBezTo>
                    <a:pt x="133" y="3888"/>
                    <a:pt x="662" y="4968"/>
                    <a:pt x="1875" y="5540"/>
                  </a:cubicBezTo>
                  <a:cubicBezTo>
                    <a:pt x="2516" y="5826"/>
                    <a:pt x="3220" y="5916"/>
                    <a:pt x="3750" y="5959"/>
                  </a:cubicBezTo>
                  <a:cubicBezTo>
                    <a:pt x="3332" y="3861"/>
                    <a:pt x="2802" y="1833"/>
                    <a:pt x="2537" y="885"/>
                  </a:cubicBezTo>
                  <a:lnTo>
                    <a:pt x="2537" y="864"/>
                  </a:lnTo>
                  <a:lnTo>
                    <a:pt x="2516" y="864"/>
                  </a:lnTo>
                  <a:cubicBezTo>
                    <a:pt x="2426" y="530"/>
                    <a:pt x="2320" y="244"/>
                    <a:pt x="2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1"/>
            <p:cNvSpPr/>
            <p:nvPr/>
          </p:nvSpPr>
          <p:spPr>
            <a:xfrm>
              <a:off x="2733397" y="3074123"/>
              <a:ext cx="3311" cy="3388"/>
            </a:xfrm>
            <a:custGeom>
              <a:avLst/>
              <a:gdLst/>
              <a:ahLst/>
              <a:cxnLst/>
              <a:rect l="l" t="t" r="r" b="b"/>
              <a:pathLst>
                <a:path w="43" h="44" extrusionOk="0">
                  <a:moveTo>
                    <a:pt x="1" y="43"/>
                  </a:moveTo>
                  <a:lnTo>
                    <a:pt x="1" y="43"/>
                  </a:lnTo>
                  <a:lnTo>
                    <a:pt x="1" y="43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1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43" y="1"/>
                  </a:moveTo>
                  <a:cubicBezTo>
                    <a:pt x="43" y="1"/>
                    <a:pt x="43" y="22"/>
                    <a:pt x="22" y="22"/>
                  </a:cubicBezTo>
                  <a:cubicBezTo>
                    <a:pt x="43" y="22"/>
                    <a:pt x="43" y="1"/>
                    <a:pt x="43" y="1"/>
                  </a:cubicBez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lnTo>
                    <a:pt x="43" y="1"/>
                  </a:lnTo>
                  <a:close/>
                  <a:moveTo>
                    <a:pt x="43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1"/>
            <p:cNvSpPr/>
            <p:nvPr/>
          </p:nvSpPr>
          <p:spPr>
            <a:xfrm>
              <a:off x="2692588" y="2931444"/>
              <a:ext cx="438501" cy="181945"/>
            </a:xfrm>
            <a:custGeom>
              <a:avLst/>
              <a:gdLst/>
              <a:ahLst/>
              <a:cxnLst/>
              <a:rect l="l" t="t" r="r" b="b"/>
              <a:pathLst>
                <a:path w="5695" h="2363" extrusionOk="0">
                  <a:moveTo>
                    <a:pt x="5694" y="0"/>
                  </a:moveTo>
                  <a:lnTo>
                    <a:pt x="5694" y="0"/>
                  </a:lnTo>
                  <a:cubicBezTo>
                    <a:pt x="3618" y="509"/>
                    <a:pt x="1632" y="1102"/>
                    <a:pt x="573" y="1854"/>
                  </a:cubicBezTo>
                  <a:cubicBezTo>
                    <a:pt x="573" y="1854"/>
                    <a:pt x="573" y="1875"/>
                    <a:pt x="552" y="1875"/>
                  </a:cubicBezTo>
                  <a:lnTo>
                    <a:pt x="531" y="1875"/>
                  </a:lnTo>
                  <a:lnTo>
                    <a:pt x="531" y="1896"/>
                  </a:lnTo>
                  <a:cubicBezTo>
                    <a:pt x="329" y="2029"/>
                    <a:pt x="155" y="2182"/>
                    <a:pt x="1" y="2362"/>
                  </a:cubicBezTo>
                  <a:lnTo>
                    <a:pt x="504" y="2362"/>
                  </a:lnTo>
                  <a:cubicBezTo>
                    <a:pt x="504" y="2362"/>
                    <a:pt x="2405" y="2272"/>
                    <a:pt x="3793" y="1700"/>
                  </a:cubicBezTo>
                  <a:cubicBezTo>
                    <a:pt x="4678" y="1346"/>
                    <a:pt x="5318" y="551"/>
                    <a:pt x="5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2" name="Google Shape;1362;p41"/>
          <p:cNvSpPr/>
          <p:nvPr/>
        </p:nvSpPr>
        <p:spPr>
          <a:xfrm rot="10800000">
            <a:off x="5306563" y="3896548"/>
            <a:ext cx="177302" cy="175063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1"/>
          <p:cNvSpPr/>
          <p:nvPr/>
        </p:nvSpPr>
        <p:spPr>
          <a:xfrm rot="10800000">
            <a:off x="4982038" y="3667996"/>
            <a:ext cx="252794" cy="249582"/>
          </a:xfrm>
          <a:custGeom>
            <a:avLst/>
            <a:gdLst/>
            <a:ahLst/>
            <a:cxnLst/>
            <a:rect l="l" t="t" r="r" b="b"/>
            <a:pathLst>
              <a:path w="18469" h="18231" extrusionOk="0">
                <a:moveTo>
                  <a:pt x="9221" y="1"/>
                </a:moveTo>
                <a:cubicBezTo>
                  <a:pt x="9221" y="1"/>
                  <a:pt x="9221" y="9116"/>
                  <a:pt x="0" y="9116"/>
                </a:cubicBezTo>
                <a:cubicBezTo>
                  <a:pt x="9221" y="9116"/>
                  <a:pt x="9221" y="18231"/>
                  <a:pt x="9221" y="18231"/>
                </a:cubicBezTo>
                <a:cubicBezTo>
                  <a:pt x="9221" y="18231"/>
                  <a:pt x="9221" y="9116"/>
                  <a:pt x="18468" y="9116"/>
                </a:cubicBezTo>
                <a:cubicBezTo>
                  <a:pt x="9221" y="9116"/>
                  <a:pt x="9221" y="1"/>
                  <a:pt x="92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 Dealership Business Plan by Slidesgo">
  <a:themeElements>
    <a:clrScheme name="Simple Light">
      <a:dk1>
        <a:srgbClr val="2A2E3F"/>
      </a:dk1>
      <a:lt1>
        <a:srgbClr val="F9E4D1"/>
      </a:lt1>
      <a:dk2>
        <a:srgbClr val="FACDAE"/>
      </a:dk2>
      <a:lt2>
        <a:srgbClr val="FB9A6E"/>
      </a:lt2>
      <a:accent1>
        <a:srgbClr val="FC5C30"/>
      </a:accent1>
      <a:accent2>
        <a:srgbClr val="C33C13"/>
      </a:accent2>
      <a:accent3>
        <a:srgbClr val="FDB43D"/>
      </a:accent3>
      <a:accent4>
        <a:srgbClr val="E3911C"/>
      </a:accent4>
      <a:accent5>
        <a:srgbClr val="9C570E"/>
      </a:accent5>
      <a:accent6>
        <a:srgbClr val="FFFFFF"/>
      </a:accent6>
      <a:hlink>
        <a:srgbClr val="2A2E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385</Words>
  <Application>Microsoft Macintosh PowerPoint</Application>
  <PresentationFormat>On-screen Show (16:9)</PresentationFormat>
  <Paragraphs>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Open Sans</vt:lpstr>
      <vt:lpstr>Black Han Sans</vt:lpstr>
      <vt:lpstr>Bebas Neue</vt:lpstr>
      <vt:lpstr>Open Sans Medium</vt:lpstr>
      <vt:lpstr>Nunito Light</vt:lpstr>
      <vt:lpstr>Car Dealership Business Plan by Slidesgo</vt:lpstr>
      <vt:lpstr>How the Car Industry Has Evolved Over the Past Decades</vt:lpstr>
      <vt:lpstr>Project Overview</vt:lpstr>
      <vt:lpstr>Data Sources</vt:lpstr>
      <vt:lpstr>Data Wrangling Summary </vt:lpstr>
      <vt:lpstr>Vehicle CPI Trend</vt:lpstr>
      <vt:lpstr>Fuel Price Trend</vt:lpstr>
      <vt:lpstr>Column graph</vt:lpstr>
      <vt:lpstr>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Wang, Zhan Xin</cp:lastModifiedBy>
  <cp:revision>1</cp:revision>
  <dcterms:modified xsi:type="dcterms:W3CDTF">2025-12-12T05:22:38Z</dcterms:modified>
</cp:coreProperties>
</file>